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 autoCompressPictures="0">
  <p:sldMasterIdLst>
    <p:sldMasterId id="2147483720" r:id="rId1"/>
  </p:sldMasterIdLst>
  <p:notesMasterIdLst>
    <p:notesMasterId r:id="rId20"/>
  </p:notesMasterIdLst>
  <p:sldIdLst>
    <p:sldId id="256" r:id="rId2"/>
    <p:sldId id="264" r:id="rId3"/>
    <p:sldId id="265" r:id="rId4"/>
    <p:sldId id="258" r:id="rId5"/>
    <p:sldId id="273" r:id="rId6"/>
    <p:sldId id="272" r:id="rId7"/>
    <p:sldId id="271" r:id="rId8"/>
    <p:sldId id="270" r:id="rId9"/>
    <p:sldId id="268" r:id="rId10"/>
    <p:sldId id="269" r:id="rId11"/>
    <p:sldId id="259" r:id="rId12"/>
    <p:sldId id="260" r:id="rId13"/>
    <p:sldId id="266" r:id="rId14"/>
    <p:sldId id="261" r:id="rId15"/>
    <p:sldId id="262" r:id="rId16"/>
    <p:sldId id="263" r:id="rId17"/>
    <p:sldId id="267" r:id="rId18"/>
    <p:sldId id="274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3289"/>
    <p:restoredTop sz="94681"/>
  </p:normalViewPr>
  <p:slideViewPr>
    <p:cSldViewPr snapToGrid="0" snapToObjects="1">
      <p:cViewPr varScale="1">
        <p:scale>
          <a:sx n="215" d="100"/>
          <a:sy n="215" d="100"/>
        </p:scale>
        <p:origin x="1672" y="1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g"/><Relationship Id="rId4" Type="http://schemas.openxmlformats.org/officeDocument/2006/relationships/image" Target="../media/image9.jp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image" Target="../media/image7.jpeg"/><Relationship Id="rId1" Type="http://schemas.openxmlformats.org/officeDocument/2006/relationships/image" Target="../media/image6.jpg"/><Relationship Id="rId4" Type="http://schemas.openxmlformats.org/officeDocument/2006/relationships/image" Target="../media/image9.jp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A70EACE1-8E98-1542-942C-E47161160AA4}" type="doc">
      <dgm:prSet loTypeId="urn:microsoft.com/office/officeart/2005/8/layout/hProcess10" loCatId="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GB"/>
        </a:p>
      </dgm:t>
    </dgm:pt>
    <dgm:pt modelId="{89131021-E9AA-7747-B76B-78DDBAEF1B7D}">
      <dgm:prSet phldrT="[Text]"/>
      <dgm:spPr/>
      <dgm:t>
        <a:bodyPr/>
        <a:lstStyle/>
        <a:p>
          <a:r>
            <a:rPr lang="en-GB" dirty="0"/>
            <a:t>Planning</a:t>
          </a:r>
        </a:p>
      </dgm:t>
    </dgm:pt>
    <dgm:pt modelId="{DF63D10E-B59E-4143-82EE-9B74061DBAE3}" type="parTrans" cxnId="{8C17F4EB-65BE-5E42-8839-20665F594BBC}">
      <dgm:prSet/>
      <dgm:spPr/>
      <dgm:t>
        <a:bodyPr/>
        <a:lstStyle/>
        <a:p>
          <a:endParaRPr lang="en-GB"/>
        </a:p>
      </dgm:t>
    </dgm:pt>
    <dgm:pt modelId="{0B9E31F9-6828-D64E-9948-F4D68CE9ED40}" type="sibTrans" cxnId="{8C17F4EB-65BE-5E42-8839-20665F594BBC}">
      <dgm:prSet/>
      <dgm:spPr/>
      <dgm:t>
        <a:bodyPr/>
        <a:lstStyle/>
        <a:p>
          <a:endParaRPr lang="en-GB" dirty="0"/>
        </a:p>
      </dgm:t>
    </dgm:pt>
    <dgm:pt modelId="{CB9956F9-2B5E-EE4B-A388-550DA50D69A6}">
      <dgm:prSet phldrT="[Text]"/>
      <dgm:spPr/>
      <dgm:t>
        <a:bodyPr/>
        <a:lstStyle/>
        <a:p>
          <a:r>
            <a:rPr lang="en-GB" dirty="0"/>
            <a:t>Kick off meeting</a:t>
          </a:r>
        </a:p>
      </dgm:t>
    </dgm:pt>
    <dgm:pt modelId="{9CFA8EBF-612A-A94C-A4CF-DBE38B4FF513}" type="parTrans" cxnId="{EB00D8F4-7335-E445-8E5E-EA2F31732B87}">
      <dgm:prSet/>
      <dgm:spPr/>
      <dgm:t>
        <a:bodyPr/>
        <a:lstStyle/>
        <a:p>
          <a:endParaRPr lang="en-GB"/>
        </a:p>
      </dgm:t>
    </dgm:pt>
    <dgm:pt modelId="{15D854F5-24E3-7A49-9CAE-1319BBD72FF4}" type="sibTrans" cxnId="{EB00D8F4-7335-E445-8E5E-EA2F31732B87}">
      <dgm:prSet/>
      <dgm:spPr/>
      <dgm:t>
        <a:bodyPr/>
        <a:lstStyle/>
        <a:p>
          <a:endParaRPr lang="en-GB"/>
        </a:p>
      </dgm:t>
    </dgm:pt>
    <dgm:pt modelId="{89F6F772-0D73-CC49-88F6-82C798D95401}">
      <dgm:prSet phldrT="[Text]"/>
      <dgm:spPr/>
      <dgm:t>
        <a:bodyPr/>
        <a:lstStyle/>
        <a:p>
          <a:r>
            <a:rPr lang="en-GB" dirty="0"/>
            <a:t>Deliverables &amp; Timelines</a:t>
          </a:r>
        </a:p>
      </dgm:t>
    </dgm:pt>
    <dgm:pt modelId="{FF7D3281-D5ED-1C44-8869-36A0E7B6B251}" type="parTrans" cxnId="{E20F9C91-A90E-2148-8B2D-516142BCFFAC}">
      <dgm:prSet/>
      <dgm:spPr/>
      <dgm:t>
        <a:bodyPr/>
        <a:lstStyle/>
        <a:p>
          <a:endParaRPr lang="en-GB"/>
        </a:p>
      </dgm:t>
    </dgm:pt>
    <dgm:pt modelId="{9C3EFDBD-0907-9146-8CD1-1416947487ED}" type="sibTrans" cxnId="{E20F9C91-A90E-2148-8B2D-516142BCFFAC}">
      <dgm:prSet/>
      <dgm:spPr/>
      <dgm:t>
        <a:bodyPr/>
        <a:lstStyle/>
        <a:p>
          <a:endParaRPr lang="en-GB"/>
        </a:p>
      </dgm:t>
    </dgm:pt>
    <dgm:pt modelId="{CC888F25-DF77-B146-A6EF-FE480B405EBF}">
      <dgm:prSet phldrT="[Text]"/>
      <dgm:spPr/>
      <dgm:t>
        <a:bodyPr/>
        <a:lstStyle/>
        <a:p>
          <a:r>
            <a:rPr lang="en-GB" dirty="0"/>
            <a:t>Storyboard</a:t>
          </a:r>
        </a:p>
      </dgm:t>
    </dgm:pt>
    <dgm:pt modelId="{01477E3F-81B2-934D-89EC-E49C9266EA4E}" type="parTrans" cxnId="{77BE6465-32AB-8F49-9CF2-27E6057C2D8D}">
      <dgm:prSet/>
      <dgm:spPr/>
      <dgm:t>
        <a:bodyPr/>
        <a:lstStyle/>
        <a:p>
          <a:endParaRPr lang="en-GB"/>
        </a:p>
      </dgm:t>
    </dgm:pt>
    <dgm:pt modelId="{21A075F6-5440-994C-A5A0-A98B86D6EA28}" type="sibTrans" cxnId="{77BE6465-32AB-8F49-9CF2-27E6057C2D8D}">
      <dgm:prSet/>
      <dgm:spPr/>
      <dgm:t>
        <a:bodyPr/>
        <a:lstStyle/>
        <a:p>
          <a:endParaRPr lang="en-GB" dirty="0"/>
        </a:p>
      </dgm:t>
    </dgm:pt>
    <dgm:pt modelId="{07618503-CB62-D54B-AFA0-AB35EC60378D}">
      <dgm:prSet phldrT="[Text]"/>
      <dgm:spPr/>
      <dgm:t>
        <a:bodyPr/>
        <a:lstStyle/>
        <a:p>
          <a:r>
            <a:rPr lang="en-GB" dirty="0"/>
            <a:t>Collect content</a:t>
          </a:r>
        </a:p>
      </dgm:t>
    </dgm:pt>
    <dgm:pt modelId="{2DBA27DB-C075-704C-B273-E0CD7A4FFED4}" type="parTrans" cxnId="{F7E33048-C8A4-0A4B-85F9-D086BC4E5521}">
      <dgm:prSet/>
      <dgm:spPr/>
      <dgm:t>
        <a:bodyPr/>
        <a:lstStyle/>
        <a:p>
          <a:endParaRPr lang="en-GB"/>
        </a:p>
      </dgm:t>
    </dgm:pt>
    <dgm:pt modelId="{6E5ED035-3BAE-C343-BD27-414542DE578E}" type="sibTrans" cxnId="{F7E33048-C8A4-0A4B-85F9-D086BC4E5521}">
      <dgm:prSet/>
      <dgm:spPr/>
      <dgm:t>
        <a:bodyPr/>
        <a:lstStyle/>
        <a:p>
          <a:endParaRPr lang="en-GB"/>
        </a:p>
      </dgm:t>
    </dgm:pt>
    <dgm:pt modelId="{CD28D09F-7863-F342-9820-A2BF047EB28E}">
      <dgm:prSet phldrT="[Text]"/>
      <dgm:spPr/>
      <dgm:t>
        <a:bodyPr/>
        <a:lstStyle/>
        <a:p>
          <a:r>
            <a:rPr lang="en-GB" dirty="0"/>
            <a:t>Draft storyboard</a:t>
          </a:r>
        </a:p>
      </dgm:t>
    </dgm:pt>
    <dgm:pt modelId="{8A4D7EA2-843B-3140-9DDE-1D948CAE4E46}" type="parTrans" cxnId="{ACFF8F7A-8691-2246-8D94-2A73FDF64416}">
      <dgm:prSet/>
      <dgm:spPr/>
      <dgm:t>
        <a:bodyPr/>
        <a:lstStyle/>
        <a:p>
          <a:endParaRPr lang="en-GB"/>
        </a:p>
      </dgm:t>
    </dgm:pt>
    <dgm:pt modelId="{AB32CE34-43E3-CB46-9D73-10FA7F50A3CF}" type="sibTrans" cxnId="{ACFF8F7A-8691-2246-8D94-2A73FDF64416}">
      <dgm:prSet/>
      <dgm:spPr/>
      <dgm:t>
        <a:bodyPr/>
        <a:lstStyle/>
        <a:p>
          <a:endParaRPr lang="en-GB"/>
        </a:p>
      </dgm:t>
    </dgm:pt>
    <dgm:pt modelId="{C216E9C9-CBBF-F54E-B64D-C88817783744}">
      <dgm:prSet phldrT="[Text]"/>
      <dgm:spPr/>
      <dgm:t>
        <a:bodyPr/>
        <a:lstStyle/>
        <a:p>
          <a:r>
            <a:rPr lang="en-GB" dirty="0"/>
            <a:t>Build</a:t>
          </a:r>
        </a:p>
      </dgm:t>
    </dgm:pt>
    <dgm:pt modelId="{719B6B05-FB3A-334C-9779-7BC038BC4D7E}" type="parTrans" cxnId="{017C2C06-C600-E349-B109-FAB6325C92F3}">
      <dgm:prSet/>
      <dgm:spPr/>
      <dgm:t>
        <a:bodyPr/>
        <a:lstStyle/>
        <a:p>
          <a:endParaRPr lang="en-GB"/>
        </a:p>
      </dgm:t>
    </dgm:pt>
    <dgm:pt modelId="{8C156258-3DDB-214E-A5C3-5AD515CBDDCC}" type="sibTrans" cxnId="{017C2C06-C600-E349-B109-FAB6325C92F3}">
      <dgm:prSet/>
      <dgm:spPr/>
      <dgm:t>
        <a:bodyPr/>
        <a:lstStyle/>
        <a:p>
          <a:endParaRPr lang="en-GB" dirty="0"/>
        </a:p>
      </dgm:t>
    </dgm:pt>
    <dgm:pt modelId="{35653DEA-B4FF-C043-89DB-B3539C19CF47}">
      <dgm:prSet phldrT="[Text]"/>
      <dgm:spPr/>
      <dgm:t>
        <a:bodyPr/>
        <a:lstStyle/>
        <a:p>
          <a:r>
            <a:rPr lang="en-GB" dirty="0"/>
            <a:t>Choose our authoring tool</a:t>
          </a:r>
        </a:p>
      </dgm:t>
    </dgm:pt>
    <dgm:pt modelId="{C2CD61E3-0F23-CC47-BBB6-FB2BA8643013}" type="parTrans" cxnId="{F7F78D04-8ADB-E343-8E7E-172D1025CBE6}">
      <dgm:prSet/>
      <dgm:spPr/>
      <dgm:t>
        <a:bodyPr/>
        <a:lstStyle/>
        <a:p>
          <a:endParaRPr lang="en-GB"/>
        </a:p>
      </dgm:t>
    </dgm:pt>
    <dgm:pt modelId="{59A45403-1267-E244-971F-892E4427E794}" type="sibTrans" cxnId="{F7F78D04-8ADB-E343-8E7E-172D1025CBE6}">
      <dgm:prSet/>
      <dgm:spPr/>
      <dgm:t>
        <a:bodyPr/>
        <a:lstStyle/>
        <a:p>
          <a:endParaRPr lang="en-GB"/>
        </a:p>
      </dgm:t>
    </dgm:pt>
    <dgm:pt modelId="{30A42D46-5D98-3A41-A583-8BCB62ECC6E4}">
      <dgm:prSet phldrT="[Text]"/>
      <dgm:spPr/>
      <dgm:t>
        <a:bodyPr/>
        <a:lstStyle/>
        <a:p>
          <a:r>
            <a:rPr lang="en-GB" dirty="0"/>
            <a:t>Build a prototype</a:t>
          </a:r>
        </a:p>
      </dgm:t>
    </dgm:pt>
    <dgm:pt modelId="{C86CCDEC-417F-A343-A092-967C296BE77F}" type="parTrans" cxnId="{7770EFD9-4C55-824B-B143-17072707B852}">
      <dgm:prSet/>
      <dgm:spPr/>
      <dgm:t>
        <a:bodyPr/>
        <a:lstStyle/>
        <a:p>
          <a:endParaRPr lang="en-GB"/>
        </a:p>
      </dgm:t>
    </dgm:pt>
    <dgm:pt modelId="{1F756710-5454-244B-B39D-EA72D0F5D6B2}" type="sibTrans" cxnId="{7770EFD9-4C55-824B-B143-17072707B852}">
      <dgm:prSet/>
      <dgm:spPr/>
      <dgm:t>
        <a:bodyPr/>
        <a:lstStyle/>
        <a:p>
          <a:endParaRPr lang="en-GB"/>
        </a:p>
      </dgm:t>
    </dgm:pt>
    <dgm:pt modelId="{A34BFB1C-578A-B345-8A8E-DD6AD4317C2F}">
      <dgm:prSet/>
      <dgm:spPr/>
      <dgm:t>
        <a:bodyPr/>
        <a:lstStyle/>
        <a:p>
          <a:r>
            <a:rPr lang="en-GB" dirty="0"/>
            <a:t>Review</a:t>
          </a:r>
        </a:p>
      </dgm:t>
    </dgm:pt>
    <dgm:pt modelId="{BA9C83BF-3397-CB4F-A62D-2F90D217EF21}" type="parTrans" cxnId="{3E86029B-BFE3-4347-AF92-72756EC4F378}">
      <dgm:prSet/>
      <dgm:spPr/>
      <dgm:t>
        <a:bodyPr/>
        <a:lstStyle/>
        <a:p>
          <a:endParaRPr lang="en-GB"/>
        </a:p>
      </dgm:t>
    </dgm:pt>
    <dgm:pt modelId="{304D70DA-6F51-D845-AA54-75FDBB6C6B67}" type="sibTrans" cxnId="{3E86029B-BFE3-4347-AF92-72756EC4F378}">
      <dgm:prSet/>
      <dgm:spPr/>
      <dgm:t>
        <a:bodyPr/>
        <a:lstStyle/>
        <a:p>
          <a:endParaRPr lang="en-GB"/>
        </a:p>
      </dgm:t>
    </dgm:pt>
    <dgm:pt modelId="{441E4CAC-E1A8-1B4F-844C-AF0D8C5BD62E}">
      <dgm:prSet/>
      <dgm:spPr/>
      <dgm:t>
        <a:bodyPr/>
        <a:lstStyle/>
        <a:p>
          <a:r>
            <a:rPr lang="en-GB" dirty="0"/>
            <a:t>Usability of module</a:t>
          </a:r>
        </a:p>
      </dgm:t>
    </dgm:pt>
    <dgm:pt modelId="{731E8705-CBF5-0A41-BB1C-D1EA434F9DEA}" type="parTrans" cxnId="{65AF3182-F56A-A641-A546-5493EDB4FC15}">
      <dgm:prSet/>
      <dgm:spPr/>
      <dgm:t>
        <a:bodyPr/>
        <a:lstStyle/>
        <a:p>
          <a:endParaRPr lang="en-GB"/>
        </a:p>
      </dgm:t>
    </dgm:pt>
    <dgm:pt modelId="{62D685C8-A693-3B41-81A8-81BE6A34F4F7}" type="sibTrans" cxnId="{65AF3182-F56A-A641-A546-5493EDB4FC15}">
      <dgm:prSet/>
      <dgm:spPr/>
      <dgm:t>
        <a:bodyPr/>
        <a:lstStyle/>
        <a:p>
          <a:endParaRPr lang="en-GB"/>
        </a:p>
      </dgm:t>
    </dgm:pt>
    <dgm:pt modelId="{D853525C-55A0-C64E-B40B-BE12CCAF10B9}">
      <dgm:prSet/>
      <dgm:spPr/>
      <dgm:t>
        <a:bodyPr/>
        <a:lstStyle/>
        <a:p>
          <a:r>
            <a:rPr lang="en-GB" dirty="0"/>
            <a:t>Content &amp; User Reaction</a:t>
          </a:r>
        </a:p>
      </dgm:t>
    </dgm:pt>
    <dgm:pt modelId="{5E759499-0242-974C-A05B-24B9C473B120}" type="parTrans" cxnId="{6323F0D2-69FE-9349-89DA-F71E25AED491}">
      <dgm:prSet/>
      <dgm:spPr/>
      <dgm:t>
        <a:bodyPr/>
        <a:lstStyle/>
        <a:p>
          <a:endParaRPr lang="en-GB"/>
        </a:p>
      </dgm:t>
    </dgm:pt>
    <dgm:pt modelId="{4217A97A-1457-514F-A247-F13EBBA083BB}" type="sibTrans" cxnId="{6323F0D2-69FE-9349-89DA-F71E25AED491}">
      <dgm:prSet/>
      <dgm:spPr/>
      <dgm:t>
        <a:bodyPr/>
        <a:lstStyle/>
        <a:p>
          <a:endParaRPr lang="en-GB"/>
        </a:p>
      </dgm:t>
    </dgm:pt>
    <dgm:pt modelId="{76359C1F-D6D6-8C44-A725-317A23CA05E5}" type="pres">
      <dgm:prSet presAssocID="{A70EACE1-8E98-1542-942C-E47161160AA4}" presName="Name0" presStyleCnt="0">
        <dgm:presLayoutVars>
          <dgm:dir/>
          <dgm:resizeHandles val="exact"/>
        </dgm:presLayoutVars>
      </dgm:prSet>
      <dgm:spPr/>
    </dgm:pt>
    <dgm:pt modelId="{D385AE0C-3AB8-7B41-9885-807E9611AAB9}" type="pres">
      <dgm:prSet presAssocID="{89131021-E9AA-7747-B76B-78DDBAEF1B7D}" presName="composite" presStyleCnt="0"/>
      <dgm:spPr/>
    </dgm:pt>
    <dgm:pt modelId="{2F55ED35-14F0-9444-A558-22FC94BF9336}" type="pres">
      <dgm:prSet presAssocID="{89131021-E9AA-7747-B76B-78DDBAEF1B7D}" presName="imagSh" presStyleLbl="bgImgPlace1" presStyleIdx="0" presStyleCnt="4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9E734C1D-D0D2-DA41-8136-316FC0207059}" type="pres">
      <dgm:prSet presAssocID="{89131021-E9AA-7747-B76B-78DDBAEF1B7D}" presName="txNode" presStyleLbl="node1" presStyleIdx="0" presStyleCnt="4" custLinFactNeighborY="32217">
        <dgm:presLayoutVars>
          <dgm:bulletEnabled val="1"/>
        </dgm:presLayoutVars>
      </dgm:prSet>
      <dgm:spPr/>
    </dgm:pt>
    <dgm:pt modelId="{80F1F78E-4599-B348-B5CE-0FDF25855E78}" type="pres">
      <dgm:prSet presAssocID="{0B9E31F9-6828-D64E-9948-F4D68CE9ED40}" presName="sibTrans" presStyleLbl="sibTrans2D1" presStyleIdx="0" presStyleCnt="3"/>
      <dgm:spPr/>
    </dgm:pt>
    <dgm:pt modelId="{77822A22-1C8C-BF48-8E1F-73C20E20992B}" type="pres">
      <dgm:prSet presAssocID="{0B9E31F9-6828-D64E-9948-F4D68CE9ED40}" presName="connTx" presStyleLbl="sibTrans2D1" presStyleIdx="0" presStyleCnt="3"/>
      <dgm:spPr/>
    </dgm:pt>
    <dgm:pt modelId="{BCE0DB5F-2657-BB4F-94FF-46B5B5F5E307}" type="pres">
      <dgm:prSet presAssocID="{CC888F25-DF77-B146-A6EF-FE480B405EBF}" presName="composite" presStyleCnt="0"/>
      <dgm:spPr/>
    </dgm:pt>
    <dgm:pt modelId="{3B3FB177-91C9-7649-9BA3-8A8E9A1C1479}" type="pres">
      <dgm:prSet presAssocID="{CC888F25-DF77-B146-A6EF-FE480B405EBF}" presName="imagSh" presStyleLbl="bgImgPlace1" presStyleIdx="1" presStyleCnt="4"/>
      <dgm:spPr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9C0D300B-C97C-6246-9820-501B95F81402}" type="pres">
      <dgm:prSet presAssocID="{CC888F25-DF77-B146-A6EF-FE480B405EBF}" presName="txNode" presStyleLbl="node1" presStyleIdx="1" presStyleCnt="4" custLinFactNeighborY="32621">
        <dgm:presLayoutVars>
          <dgm:bulletEnabled val="1"/>
        </dgm:presLayoutVars>
      </dgm:prSet>
      <dgm:spPr/>
    </dgm:pt>
    <dgm:pt modelId="{98D5FCA3-41C9-2040-9372-676D3292A956}" type="pres">
      <dgm:prSet presAssocID="{21A075F6-5440-994C-A5A0-A98B86D6EA28}" presName="sibTrans" presStyleLbl="sibTrans2D1" presStyleIdx="1" presStyleCnt="3"/>
      <dgm:spPr/>
    </dgm:pt>
    <dgm:pt modelId="{44F54415-677D-5044-82E0-088F3C22ACC3}" type="pres">
      <dgm:prSet presAssocID="{21A075F6-5440-994C-A5A0-A98B86D6EA28}" presName="connTx" presStyleLbl="sibTrans2D1" presStyleIdx="1" presStyleCnt="3"/>
      <dgm:spPr/>
    </dgm:pt>
    <dgm:pt modelId="{AC0E4152-1B5D-7145-B24D-22AE818E61C5}" type="pres">
      <dgm:prSet presAssocID="{C216E9C9-CBBF-F54E-B64D-C88817783744}" presName="composite" presStyleCnt="0"/>
      <dgm:spPr/>
    </dgm:pt>
    <dgm:pt modelId="{F9A8DFAE-979C-5347-B4DE-0F884B2AE638}" type="pres">
      <dgm:prSet presAssocID="{C216E9C9-CBBF-F54E-B64D-C88817783744}" presName="imagSh" presStyleLbl="bgImgPlace1" presStyleIdx="2" presStyleCnt="4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</dgm:spPr>
    </dgm:pt>
    <dgm:pt modelId="{6DB734CB-31A6-4C43-954F-9EAAD2DA028C}" type="pres">
      <dgm:prSet presAssocID="{C216E9C9-CBBF-F54E-B64D-C88817783744}" presName="txNode" presStyleLbl="node1" presStyleIdx="2" presStyleCnt="4" custLinFactNeighborY="32291">
        <dgm:presLayoutVars>
          <dgm:bulletEnabled val="1"/>
        </dgm:presLayoutVars>
      </dgm:prSet>
      <dgm:spPr/>
    </dgm:pt>
    <dgm:pt modelId="{7AF58584-7074-6840-8BF5-D317096FFAAA}" type="pres">
      <dgm:prSet presAssocID="{8C156258-3DDB-214E-A5C3-5AD515CBDDCC}" presName="sibTrans" presStyleLbl="sibTrans2D1" presStyleIdx="2" presStyleCnt="3"/>
      <dgm:spPr/>
    </dgm:pt>
    <dgm:pt modelId="{71D37515-3988-F54C-9F04-EAC4EE70ACEA}" type="pres">
      <dgm:prSet presAssocID="{8C156258-3DDB-214E-A5C3-5AD515CBDDCC}" presName="connTx" presStyleLbl="sibTrans2D1" presStyleIdx="2" presStyleCnt="3"/>
      <dgm:spPr/>
    </dgm:pt>
    <dgm:pt modelId="{1AE6C049-451A-8642-A6EF-5C3A2A9F05D9}" type="pres">
      <dgm:prSet presAssocID="{A34BFB1C-578A-B345-8A8E-DD6AD4317C2F}" presName="composite" presStyleCnt="0"/>
      <dgm:spPr/>
    </dgm:pt>
    <dgm:pt modelId="{67CD60D1-21E0-D24C-8291-B577712E8F0B}" type="pres">
      <dgm:prSet presAssocID="{A34BFB1C-578A-B345-8A8E-DD6AD4317C2F}" presName="imagSh" presStyleLbl="bgImgPlace1" presStyleIdx="3" presStyleCnt="4"/>
      <dgm:spPr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</dgm:spPr>
    </dgm:pt>
    <dgm:pt modelId="{4D01EF63-C315-3244-A6C7-286584C90EF1}" type="pres">
      <dgm:prSet presAssocID="{A34BFB1C-578A-B345-8A8E-DD6AD4317C2F}" presName="txNode" presStyleLbl="node1" presStyleIdx="3" presStyleCnt="4" custLinFactNeighborY="32291">
        <dgm:presLayoutVars>
          <dgm:bulletEnabled val="1"/>
        </dgm:presLayoutVars>
      </dgm:prSet>
      <dgm:spPr/>
    </dgm:pt>
  </dgm:ptLst>
  <dgm:cxnLst>
    <dgm:cxn modelId="{F7F78D04-8ADB-E343-8E7E-172D1025CBE6}" srcId="{C216E9C9-CBBF-F54E-B64D-C88817783744}" destId="{35653DEA-B4FF-C043-89DB-B3539C19CF47}" srcOrd="0" destOrd="0" parTransId="{C2CD61E3-0F23-CC47-BBB6-FB2BA8643013}" sibTransId="{59A45403-1267-E244-971F-892E4427E794}"/>
    <dgm:cxn modelId="{017C2C06-C600-E349-B109-FAB6325C92F3}" srcId="{A70EACE1-8E98-1542-942C-E47161160AA4}" destId="{C216E9C9-CBBF-F54E-B64D-C88817783744}" srcOrd="2" destOrd="0" parTransId="{719B6B05-FB3A-334C-9779-7BC038BC4D7E}" sibTransId="{8C156258-3DDB-214E-A5C3-5AD515CBDDCC}"/>
    <dgm:cxn modelId="{60284416-D56C-6A4F-83A0-B97B4C4DC0B3}" type="presOf" srcId="{89F6F772-0D73-CC49-88F6-82C798D95401}" destId="{9E734C1D-D0D2-DA41-8136-316FC0207059}" srcOrd="0" destOrd="2" presId="urn:microsoft.com/office/officeart/2005/8/layout/hProcess10"/>
    <dgm:cxn modelId="{E7DD2A17-324D-2E4C-B2BF-53E01C793B7F}" type="presOf" srcId="{21A075F6-5440-994C-A5A0-A98B86D6EA28}" destId="{98D5FCA3-41C9-2040-9372-676D3292A956}" srcOrd="0" destOrd="0" presId="urn:microsoft.com/office/officeart/2005/8/layout/hProcess10"/>
    <dgm:cxn modelId="{F85FFE1B-E450-1340-9A7D-2E6053F46C65}" type="presOf" srcId="{35653DEA-B4FF-C043-89DB-B3539C19CF47}" destId="{6DB734CB-31A6-4C43-954F-9EAAD2DA028C}" srcOrd="0" destOrd="1" presId="urn:microsoft.com/office/officeart/2005/8/layout/hProcess10"/>
    <dgm:cxn modelId="{0B140929-BF82-F348-8D92-3780F0126F4D}" type="presOf" srcId="{0B9E31F9-6828-D64E-9948-F4D68CE9ED40}" destId="{80F1F78E-4599-B348-B5CE-0FDF25855E78}" srcOrd="0" destOrd="0" presId="urn:microsoft.com/office/officeart/2005/8/layout/hProcess10"/>
    <dgm:cxn modelId="{C727C646-66FD-B047-B30C-784F620C39C1}" type="presOf" srcId="{A34BFB1C-578A-B345-8A8E-DD6AD4317C2F}" destId="{4D01EF63-C315-3244-A6C7-286584C90EF1}" srcOrd="0" destOrd="0" presId="urn:microsoft.com/office/officeart/2005/8/layout/hProcess10"/>
    <dgm:cxn modelId="{F7E33048-C8A4-0A4B-85F9-D086BC4E5521}" srcId="{CC888F25-DF77-B146-A6EF-FE480B405EBF}" destId="{07618503-CB62-D54B-AFA0-AB35EC60378D}" srcOrd="0" destOrd="0" parTransId="{2DBA27DB-C075-704C-B273-E0CD7A4FFED4}" sibTransId="{6E5ED035-3BAE-C343-BD27-414542DE578E}"/>
    <dgm:cxn modelId="{B8061059-3A5B-EF4A-BDCD-E93756790026}" type="presOf" srcId="{CD28D09F-7863-F342-9820-A2BF047EB28E}" destId="{9C0D300B-C97C-6246-9820-501B95F81402}" srcOrd="0" destOrd="2" presId="urn:microsoft.com/office/officeart/2005/8/layout/hProcess10"/>
    <dgm:cxn modelId="{77BE6465-32AB-8F49-9CF2-27E6057C2D8D}" srcId="{A70EACE1-8E98-1542-942C-E47161160AA4}" destId="{CC888F25-DF77-B146-A6EF-FE480B405EBF}" srcOrd="1" destOrd="0" parTransId="{01477E3F-81B2-934D-89EC-E49C9266EA4E}" sibTransId="{21A075F6-5440-994C-A5A0-A98B86D6EA28}"/>
    <dgm:cxn modelId="{711D9567-9B81-1F43-8D99-D9EDA3B5EEF3}" type="presOf" srcId="{89131021-E9AA-7747-B76B-78DDBAEF1B7D}" destId="{9E734C1D-D0D2-DA41-8136-316FC0207059}" srcOrd="0" destOrd="0" presId="urn:microsoft.com/office/officeart/2005/8/layout/hProcess10"/>
    <dgm:cxn modelId="{43CFB168-4CB9-AF4B-8A96-BAD46D0D6988}" type="presOf" srcId="{8C156258-3DDB-214E-A5C3-5AD515CBDDCC}" destId="{7AF58584-7074-6840-8BF5-D317096FFAAA}" srcOrd="0" destOrd="0" presId="urn:microsoft.com/office/officeart/2005/8/layout/hProcess10"/>
    <dgm:cxn modelId="{3E361A6A-FC2B-0B42-A0A4-C3AB16E3776F}" type="presOf" srcId="{8C156258-3DDB-214E-A5C3-5AD515CBDDCC}" destId="{71D37515-3988-F54C-9F04-EAC4EE70ACEA}" srcOrd="1" destOrd="0" presId="urn:microsoft.com/office/officeart/2005/8/layout/hProcess10"/>
    <dgm:cxn modelId="{9004A46D-2A6B-A94C-BFA8-3478D2E1616D}" type="presOf" srcId="{30A42D46-5D98-3A41-A583-8BCB62ECC6E4}" destId="{6DB734CB-31A6-4C43-954F-9EAAD2DA028C}" srcOrd="0" destOrd="2" presId="urn:microsoft.com/office/officeart/2005/8/layout/hProcess10"/>
    <dgm:cxn modelId="{ACFF8F7A-8691-2246-8D94-2A73FDF64416}" srcId="{CC888F25-DF77-B146-A6EF-FE480B405EBF}" destId="{CD28D09F-7863-F342-9820-A2BF047EB28E}" srcOrd="1" destOrd="0" parTransId="{8A4D7EA2-843B-3140-9DDE-1D948CAE4E46}" sibTransId="{AB32CE34-43E3-CB46-9D73-10FA7F50A3CF}"/>
    <dgm:cxn modelId="{8836657B-2333-FB46-A6DF-24AEA4783A7D}" type="presOf" srcId="{0B9E31F9-6828-D64E-9948-F4D68CE9ED40}" destId="{77822A22-1C8C-BF48-8E1F-73C20E20992B}" srcOrd="1" destOrd="0" presId="urn:microsoft.com/office/officeart/2005/8/layout/hProcess10"/>
    <dgm:cxn modelId="{65AF3182-F56A-A641-A546-5493EDB4FC15}" srcId="{A34BFB1C-578A-B345-8A8E-DD6AD4317C2F}" destId="{441E4CAC-E1A8-1B4F-844C-AF0D8C5BD62E}" srcOrd="0" destOrd="0" parTransId="{731E8705-CBF5-0A41-BB1C-D1EA434F9DEA}" sibTransId="{62D685C8-A693-3B41-81A8-81BE6A34F4F7}"/>
    <dgm:cxn modelId="{69ED208D-9F1F-CE49-98D8-7065652EAA4F}" type="presOf" srcId="{441E4CAC-E1A8-1B4F-844C-AF0D8C5BD62E}" destId="{4D01EF63-C315-3244-A6C7-286584C90EF1}" srcOrd="0" destOrd="1" presId="urn:microsoft.com/office/officeart/2005/8/layout/hProcess10"/>
    <dgm:cxn modelId="{E20F9C91-A90E-2148-8B2D-516142BCFFAC}" srcId="{89131021-E9AA-7747-B76B-78DDBAEF1B7D}" destId="{89F6F772-0D73-CC49-88F6-82C798D95401}" srcOrd="1" destOrd="0" parTransId="{FF7D3281-D5ED-1C44-8869-36A0E7B6B251}" sibTransId="{9C3EFDBD-0907-9146-8CD1-1416947487ED}"/>
    <dgm:cxn modelId="{3E86029B-BFE3-4347-AF92-72756EC4F378}" srcId="{A70EACE1-8E98-1542-942C-E47161160AA4}" destId="{A34BFB1C-578A-B345-8A8E-DD6AD4317C2F}" srcOrd="3" destOrd="0" parTransId="{BA9C83BF-3397-CB4F-A62D-2F90D217EF21}" sibTransId="{304D70DA-6F51-D845-AA54-75FDBB6C6B67}"/>
    <dgm:cxn modelId="{2CC6C3A3-38C5-D240-BE14-E305DCC02223}" type="presOf" srcId="{21A075F6-5440-994C-A5A0-A98B86D6EA28}" destId="{44F54415-677D-5044-82E0-088F3C22ACC3}" srcOrd="1" destOrd="0" presId="urn:microsoft.com/office/officeart/2005/8/layout/hProcess10"/>
    <dgm:cxn modelId="{9D62DAA3-E249-8D46-AAD3-1F549CB7912B}" type="presOf" srcId="{CC888F25-DF77-B146-A6EF-FE480B405EBF}" destId="{9C0D300B-C97C-6246-9820-501B95F81402}" srcOrd="0" destOrd="0" presId="urn:microsoft.com/office/officeart/2005/8/layout/hProcess10"/>
    <dgm:cxn modelId="{788F37A7-34B3-434D-A96F-B5A93EE6177E}" type="presOf" srcId="{C216E9C9-CBBF-F54E-B64D-C88817783744}" destId="{6DB734CB-31A6-4C43-954F-9EAAD2DA028C}" srcOrd="0" destOrd="0" presId="urn:microsoft.com/office/officeart/2005/8/layout/hProcess10"/>
    <dgm:cxn modelId="{6323F0D2-69FE-9349-89DA-F71E25AED491}" srcId="{A34BFB1C-578A-B345-8A8E-DD6AD4317C2F}" destId="{D853525C-55A0-C64E-B40B-BE12CCAF10B9}" srcOrd="1" destOrd="0" parTransId="{5E759499-0242-974C-A05B-24B9C473B120}" sibTransId="{4217A97A-1457-514F-A247-F13EBBA083BB}"/>
    <dgm:cxn modelId="{7770EFD9-4C55-824B-B143-17072707B852}" srcId="{C216E9C9-CBBF-F54E-B64D-C88817783744}" destId="{30A42D46-5D98-3A41-A583-8BCB62ECC6E4}" srcOrd="1" destOrd="0" parTransId="{C86CCDEC-417F-A343-A092-967C296BE77F}" sibTransId="{1F756710-5454-244B-B39D-EA72D0F5D6B2}"/>
    <dgm:cxn modelId="{7DA555DC-DDC5-C34A-834F-C0E6DB6FF475}" type="presOf" srcId="{07618503-CB62-D54B-AFA0-AB35EC60378D}" destId="{9C0D300B-C97C-6246-9820-501B95F81402}" srcOrd="0" destOrd="1" presId="urn:microsoft.com/office/officeart/2005/8/layout/hProcess10"/>
    <dgm:cxn modelId="{8C17F4EB-65BE-5E42-8839-20665F594BBC}" srcId="{A70EACE1-8E98-1542-942C-E47161160AA4}" destId="{89131021-E9AA-7747-B76B-78DDBAEF1B7D}" srcOrd="0" destOrd="0" parTransId="{DF63D10E-B59E-4143-82EE-9B74061DBAE3}" sibTransId="{0B9E31F9-6828-D64E-9948-F4D68CE9ED40}"/>
    <dgm:cxn modelId="{ED670AF2-C5A8-924F-9C22-D1B99D769454}" type="presOf" srcId="{D853525C-55A0-C64E-B40B-BE12CCAF10B9}" destId="{4D01EF63-C315-3244-A6C7-286584C90EF1}" srcOrd="0" destOrd="2" presId="urn:microsoft.com/office/officeart/2005/8/layout/hProcess10"/>
    <dgm:cxn modelId="{EB00D8F4-7335-E445-8E5E-EA2F31732B87}" srcId="{89131021-E9AA-7747-B76B-78DDBAEF1B7D}" destId="{CB9956F9-2B5E-EE4B-A388-550DA50D69A6}" srcOrd="0" destOrd="0" parTransId="{9CFA8EBF-612A-A94C-A4CF-DBE38B4FF513}" sibTransId="{15D854F5-24E3-7A49-9CAE-1319BBD72FF4}"/>
    <dgm:cxn modelId="{BF30FEF9-3DC8-2140-94F9-80A9CAC23067}" type="presOf" srcId="{A70EACE1-8E98-1542-942C-E47161160AA4}" destId="{76359C1F-D6D6-8C44-A725-317A23CA05E5}" srcOrd="0" destOrd="0" presId="urn:microsoft.com/office/officeart/2005/8/layout/hProcess10"/>
    <dgm:cxn modelId="{B94062FB-A244-7141-9CF0-54100C98201A}" type="presOf" srcId="{CB9956F9-2B5E-EE4B-A388-550DA50D69A6}" destId="{9E734C1D-D0D2-DA41-8136-316FC0207059}" srcOrd="0" destOrd="1" presId="urn:microsoft.com/office/officeart/2005/8/layout/hProcess10"/>
    <dgm:cxn modelId="{0D8E0923-C3DB-4641-81FF-3505C3B4AEDE}" type="presParOf" srcId="{76359C1F-D6D6-8C44-A725-317A23CA05E5}" destId="{D385AE0C-3AB8-7B41-9885-807E9611AAB9}" srcOrd="0" destOrd="0" presId="urn:microsoft.com/office/officeart/2005/8/layout/hProcess10"/>
    <dgm:cxn modelId="{6D36F34D-CB29-F744-ABDB-DEC95E1E921C}" type="presParOf" srcId="{D385AE0C-3AB8-7B41-9885-807E9611AAB9}" destId="{2F55ED35-14F0-9444-A558-22FC94BF9336}" srcOrd="0" destOrd="0" presId="urn:microsoft.com/office/officeart/2005/8/layout/hProcess10"/>
    <dgm:cxn modelId="{44A67AD1-235D-AA4E-841F-0FF3B70CC424}" type="presParOf" srcId="{D385AE0C-3AB8-7B41-9885-807E9611AAB9}" destId="{9E734C1D-D0D2-DA41-8136-316FC0207059}" srcOrd="1" destOrd="0" presId="urn:microsoft.com/office/officeart/2005/8/layout/hProcess10"/>
    <dgm:cxn modelId="{1840E003-DCEF-8F43-8BB8-D81A43562FDF}" type="presParOf" srcId="{76359C1F-D6D6-8C44-A725-317A23CA05E5}" destId="{80F1F78E-4599-B348-B5CE-0FDF25855E78}" srcOrd="1" destOrd="0" presId="urn:microsoft.com/office/officeart/2005/8/layout/hProcess10"/>
    <dgm:cxn modelId="{8CEC4522-A947-7E41-84F8-7C1973451C93}" type="presParOf" srcId="{80F1F78E-4599-B348-B5CE-0FDF25855E78}" destId="{77822A22-1C8C-BF48-8E1F-73C20E20992B}" srcOrd="0" destOrd="0" presId="urn:microsoft.com/office/officeart/2005/8/layout/hProcess10"/>
    <dgm:cxn modelId="{C1652E84-D414-1B49-9CC4-866842AA1E92}" type="presParOf" srcId="{76359C1F-D6D6-8C44-A725-317A23CA05E5}" destId="{BCE0DB5F-2657-BB4F-94FF-46B5B5F5E307}" srcOrd="2" destOrd="0" presId="urn:microsoft.com/office/officeart/2005/8/layout/hProcess10"/>
    <dgm:cxn modelId="{B7E10FE3-FD9C-E747-BF7B-9A2C705CD21A}" type="presParOf" srcId="{BCE0DB5F-2657-BB4F-94FF-46B5B5F5E307}" destId="{3B3FB177-91C9-7649-9BA3-8A8E9A1C1479}" srcOrd="0" destOrd="0" presId="urn:microsoft.com/office/officeart/2005/8/layout/hProcess10"/>
    <dgm:cxn modelId="{6CADC857-BCFD-1142-A1FC-5FB511288623}" type="presParOf" srcId="{BCE0DB5F-2657-BB4F-94FF-46B5B5F5E307}" destId="{9C0D300B-C97C-6246-9820-501B95F81402}" srcOrd="1" destOrd="0" presId="urn:microsoft.com/office/officeart/2005/8/layout/hProcess10"/>
    <dgm:cxn modelId="{702F6238-C48D-7749-AACF-74F09AA7DFC7}" type="presParOf" srcId="{76359C1F-D6D6-8C44-A725-317A23CA05E5}" destId="{98D5FCA3-41C9-2040-9372-676D3292A956}" srcOrd="3" destOrd="0" presId="urn:microsoft.com/office/officeart/2005/8/layout/hProcess10"/>
    <dgm:cxn modelId="{581E1E12-AB63-A24E-B251-6CACF48ECAC9}" type="presParOf" srcId="{98D5FCA3-41C9-2040-9372-676D3292A956}" destId="{44F54415-677D-5044-82E0-088F3C22ACC3}" srcOrd="0" destOrd="0" presId="urn:microsoft.com/office/officeart/2005/8/layout/hProcess10"/>
    <dgm:cxn modelId="{C3B8A6AD-21C5-0348-B42F-EE12C69357B0}" type="presParOf" srcId="{76359C1F-D6D6-8C44-A725-317A23CA05E5}" destId="{AC0E4152-1B5D-7145-B24D-22AE818E61C5}" srcOrd="4" destOrd="0" presId="urn:microsoft.com/office/officeart/2005/8/layout/hProcess10"/>
    <dgm:cxn modelId="{2B995A96-D5E5-E141-B012-F6FD0648B767}" type="presParOf" srcId="{AC0E4152-1B5D-7145-B24D-22AE818E61C5}" destId="{F9A8DFAE-979C-5347-B4DE-0F884B2AE638}" srcOrd="0" destOrd="0" presId="urn:microsoft.com/office/officeart/2005/8/layout/hProcess10"/>
    <dgm:cxn modelId="{8223BF8D-86A6-6F4B-BC98-531072168BBD}" type="presParOf" srcId="{AC0E4152-1B5D-7145-B24D-22AE818E61C5}" destId="{6DB734CB-31A6-4C43-954F-9EAAD2DA028C}" srcOrd="1" destOrd="0" presId="urn:microsoft.com/office/officeart/2005/8/layout/hProcess10"/>
    <dgm:cxn modelId="{D2EB736C-F3ED-6C44-B37E-2C18FF554886}" type="presParOf" srcId="{76359C1F-D6D6-8C44-A725-317A23CA05E5}" destId="{7AF58584-7074-6840-8BF5-D317096FFAAA}" srcOrd="5" destOrd="0" presId="urn:microsoft.com/office/officeart/2005/8/layout/hProcess10"/>
    <dgm:cxn modelId="{4B15BB6A-90CA-2447-8746-40089A6019C2}" type="presParOf" srcId="{7AF58584-7074-6840-8BF5-D317096FFAAA}" destId="{71D37515-3988-F54C-9F04-EAC4EE70ACEA}" srcOrd="0" destOrd="0" presId="urn:microsoft.com/office/officeart/2005/8/layout/hProcess10"/>
    <dgm:cxn modelId="{8CED0508-A9EE-CE48-A0D4-591261A5F5DD}" type="presParOf" srcId="{76359C1F-D6D6-8C44-A725-317A23CA05E5}" destId="{1AE6C049-451A-8642-A6EF-5C3A2A9F05D9}" srcOrd="6" destOrd="0" presId="urn:microsoft.com/office/officeart/2005/8/layout/hProcess10"/>
    <dgm:cxn modelId="{D6B6B63F-2F9D-DD41-BCF4-FE57CFB93DB6}" type="presParOf" srcId="{1AE6C049-451A-8642-A6EF-5C3A2A9F05D9}" destId="{67CD60D1-21E0-D24C-8291-B577712E8F0B}" srcOrd="0" destOrd="0" presId="urn:microsoft.com/office/officeart/2005/8/layout/hProcess10"/>
    <dgm:cxn modelId="{5016A8E5-9C48-F34C-9733-66F876CA61C2}" type="presParOf" srcId="{1AE6C049-451A-8642-A6EF-5C3A2A9F05D9}" destId="{4D01EF63-C315-3244-A6C7-286584C90EF1}" srcOrd="1" destOrd="0" presId="urn:microsoft.com/office/officeart/2005/8/layout/hProcess10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F55ED35-14F0-9444-A558-22FC94BF9336}">
      <dsp:nvSpPr>
        <dsp:cNvPr id="0" name=""/>
        <dsp:cNvSpPr/>
      </dsp:nvSpPr>
      <dsp:spPr>
        <a:xfrm>
          <a:off x="1186" y="541355"/>
          <a:ext cx="1544812" cy="154481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E734C1D-D0D2-DA41-8136-316FC0207059}">
      <dsp:nvSpPr>
        <dsp:cNvPr id="0" name=""/>
        <dsp:cNvSpPr/>
      </dsp:nvSpPr>
      <dsp:spPr>
        <a:xfrm>
          <a:off x="252667" y="1965935"/>
          <a:ext cx="1544812" cy="1544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Planning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Kick off meeting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Deliverables &amp; Timelines</a:t>
          </a:r>
        </a:p>
      </dsp:txBody>
      <dsp:txXfrm>
        <a:off x="297913" y="2011181"/>
        <a:ext cx="1454320" cy="1454320"/>
      </dsp:txXfrm>
    </dsp:sp>
    <dsp:sp modelId="{80F1F78E-4599-B348-B5CE-0FDF25855E78}">
      <dsp:nvSpPr>
        <dsp:cNvPr id="0" name=""/>
        <dsp:cNvSpPr/>
      </dsp:nvSpPr>
      <dsp:spPr>
        <a:xfrm>
          <a:off x="1843564" y="1128163"/>
          <a:ext cx="297565" cy="3711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 dirty="0"/>
        </a:p>
      </dsp:txBody>
      <dsp:txXfrm>
        <a:off x="1843564" y="1202402"/>
        <a:ext cx="208296" cy="222718"/>
      </dsp:txXfrm>
    </dsp:sp>
    <dsp:sp modelId="{3B3FB177-91C9-7649-9BA3-8A8E9A1C1479}">
      <dsp:nvSpPr>
        <dsp:cNvPr id="0" name=""/>
        <dsp:cNvSpPr/>
      </dsp:nvSpPr>
      <dsp:spPr>
        <a:xfrm>
          <a:off x="2396185" y="541355"/>
          <a:ext cx="1544812" cy="154481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C0D300B-C97C-6246-9820-501B95F81402}">
      <dsp:nvSpPr>
        <dsp:cNvPr id="0" name=""/>
        <dsp:cNvSpPr/>
      </dsp:nvSpPr>
      <dsp:spPr>
        <a:xfrm>
          <a:off x="2647666" y="1972176"/>
          <a:ext cx="1544812" cy="1544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Storyboard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Collect content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Draft storyboard</a:t>
          </a:r>
        </a:p>
      </dsp:txBody>
      <dsp:txXfrm>
        <a:off x="2692912" y="2017422"/>
        <a:ext cx="1454320" cy="1454320"/>
      </dsp:txXfrm>
    </dsp:sp>
    <dsp:sp modelId="{98D5FCA3-41C9-2040-9372-676D3292A956}">
      <dsp:nvSpPr>
        <dsp:cNvPr id="0" name=""/>
        <dsp:cNvSpPr/>
      </dsp:nvSpPr>
      <dsp:spPr>
        <a:xfrm>
          <a:off x="4238563" y="1128163"/>
          <a:ext cx="297565" cy="3711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 dirty="0"/>
        </a:p>
      </dsp:txBody>
      <dsp:txXfrm>
        <a:off x="4238563" y="1202402"/>
        <a:ext cx="208296" cy="222718"/>
      </dsp:txXfrm>
    </dsp:sp>
    <dsp:sp modelId="{F9A8DFAE-979C-5347-B4DE-0F884B2AE638}">
      <dsp:nvSpPr>
        <dsp:cNvPr id="0" name=""/>
        <dsp:cNvSpPr/>
      </dsp:nvSpPr>
      <dsp:spPr>
        <a:xfrm>
          <a:off x="4791183" y="541355"/>
          <a:ext cx="1544812" cy="154481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25000" r="-25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DB734CB-31A6-4C43-954F-9EAAD2DA028C}">
      <dsp:nvSpPr>
        <dsp:cNvPr id="0" name=""/>
        <dsp:cNvSpPr/>
      </dsp:nvSpPr>
      <dsp:spPr>
        <a:xfrm>
          <a:off x="5042665" y="1967078"/>
          <a:ext cx="1544812" cy="1544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Build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Choose our authoring tool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Build a prototype</a:t>
          </a:r>
        </a:p>
      </dsp:txBody>
      <dsp:txXfrm>
        <a:off x="5087911" y="2012324"/>
        <a:ext cx="1454320" cy="1454320"/>
      </dsp:txXfrm>
    </dsp:sp>
    <dsp:sp modelId="{7AF58584-7074-6840-8BF5-D317096FFAAA}">
      <dsp:nvSpPr>
        <dsp:cNvPr id="0" name=""/>
        <dsp:cNvSpPr/>
      </dsp:nvSpPr>
      <dsp:spPr>
        <a:xfrm>
          <a:off x="6633561" y="1128163"/>
          <a:ext cx="297565" cy="371196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GB" sz="1500" kern="1200" dirty="0"/>
        </a:p>
      </dsp:txBody>
      <dsp:txXfrm>
        <a:off x="6633561" y="1202402"/>
        <a:ext cx="208296" cy="222718"/>
      </dsp:txXfrm>
    </dsp:sp>
    <dsp:sp modelId="{67CD60D1-21E0-D24C-8291-B577712E8F0B}">
      <dsp:nvSpPr>
        <dsp:cNvPr id="0" name=""/>
        <dsp:cNvSpPr/>
      </dsp:nvSpPr>
      <dsp:spPr>
        <a:xfrm>
          <a:off x="7186182" y="541355"/>
          <a:ext cx="1544812" cy="1544812"/>
        </a:xfrm>
        <a:prstGeom prst="roundRect">
          <a:avLst>
            <a:gd name="adj" fmla="val 10000"/>
          </a:avLst>
        </a:prstGeom>
        <a:blipFill>
          <a:blip xmlns:r="http://schemas.openxmlformats.org/officeDocument/2006/relationships"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 l="-17000" r="-17000"/>
          </a:stretch>
        </a:blip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D01EF63-C315-3244-A6C7-286584C90EF1}">
      <dsp:nvSpPr>
        <dsp:cNvPr id="0" name=""/>
        <dsp:cNvSpPr/>
      </dsp:nvSpPr>
      <dsp:spPr>
        <a:xfrm>
          <a:off x="7437663" y="1967078"/>
          <a:ext cx="1544812" cy="1544812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079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900" kern="1200" dirty="0"/>
            <a:t>Review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Usability of module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GB" sz="1500" kern="1200" dirty="0"/>
            <a:t>Content &amp; User Reaction</a:t>
          </a:r>
        </a:p>
      </dsp:txBody>
      <dsp:txXfrm>
        <a:off x="7482909" y="2012324"/>
        <a:ext cx="1454320" cy="145432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Process10">
  <dgm:title val=""/>
  <dgm:desc val=""/>
  <dgm:catLst>
    <dgm:cat type="process" pri="3000"/>
    <dgm:cat type="picture" pri="30000"/>
    <dgm:cat type="pictureconvert" pri="30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  <dgm:pt modelId="32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  <dgm:cxn modelId="13" srcId="1" destId="11" srcOrd="0" destOrd="0"/>
        <dgm:cxn modelId="14" srcId="1" destId="12" srcOrd="1" destOrd="0"/>
        <dgm:cxn modelId="23" srcId="2" destId="21" srcOrd="0" destOrd="0"/>
        <dgm:cxn modelId="24" srcId="2" destId="22" srcOrd="1" destOrd="0"/>
        <dgm:cxn modelId="33" srcId="3" destId="31" srcOrd="0" destOrd="0"/>
        <dgm:cxn modelId="34" srcId="3" destId="3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composite" refType="w"/>
      <dgm:constr type="w" for="ch" ptType="sibTrans" refType="w" refFor="ch" refForName="composite" op="equ" fact="0.3333"/>
      <dgm:constr type="primFontSz" for="des" forName="txNode" op="equ" val="65"/>
      <dgm:constr type="primFontSz" for="des" forName="connTx" op="equ" val="55"/>
      <dgm:constr type="primFontSz" for="des" forName="connTx" refType="primFontSz" refFor="des" refForName="txNode" op="lte" fact="0.8"/>
    </dgm:constrLst>
    <dgm:ruleLst/>
    <dgm:forEach name="Name4" axis="ch" ptType="node">
      <dgm:layoutNode name="composite">
        <dgm:alg type="composite"/>
        <dgm:shape xmlns:r="http://schemas.openxmlformats.org/officeDocument/2006/relationships" r:blip="">
          <dgm:adjLst/>
        </dgm:shape>
        <dgm:presOf/>
        <dgm:choose name="Name5">
          <dgm:if name="Name6" func="var" arg="dir" op="equ" val="norm">
            <dgm:constrLst>
              <dgm:constr type="l" for="ch" forName="imagSh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 refType="w" fact="0.14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if>
          <dgm:else name="Name7">
            <dgm:constrLst>
              <dgm:constr type="l" for="ch" forName="imagSh" refType="w" fact="0.14"/>
              <dgm:constr type="w" for="ch" forName="imagSh" refType="w" fact="0.86"/>
              <dgm:constr type="t" for="ch" forName="imagSh"/>
              <dgm:constr type="h" for="ch" forName="imagSh" refType="w" refFor="ch" refForName="imagSh"/>
              <dgm:constr type="l" for="ch" forName="txNode"/>
              <dgm:constr type="w" for="ch" forName="txNode" refType="w" refFor="ch" refForName="imagSh"/>
              <dgm:constr type="t" for="ch" forName="txNode" refType="h" refFor="ch" refForName="imagSh" fact="0.6"/>
              <dgm:constr type="h" for="ch" forName="txNode" refType="h" refFor="ch" refForName="imagSh"/>
            </dgm:constrLst>
          </dgm:else>
        </dgm:choose>
        <dgm:ruleLst/>
        <dgm:layoutNode name="imagSh" styleLbl="bgImgPlace1">
          <dgm:alg type="sp"/>
          <dgm:shape xmlns:r="http://schemas.openxmlformats.org/officeDocument/2006/relationships" type="roundRect" r:blip="" blipPhldr="1">
            <dgm:adjLst>
              <dgm:adj idx="1" val="0.1"/>
            </dgm:adjLst>
          </dgm:shape>
          <dgm:presOf/>
          <dgm:constrLst/>
          <dgm:ruleLst/>
        </dgm:layoutNode>
        <dgm:layoutNode name="txNode" styleLbl="node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desOrSelf" ptType="node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  <dgm:param type="srcNode" val="imagSh"/>
            <dgm:param type="dstNode" val="imagSh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35"/>
            <dgm:constr type="endPad" refType="connDist" fact="0.3"/>
          </dgm:constrLst>
          <dgm:ruleLst/>
          <dgm:layoutNode name="connTx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D36127F-AF72-1549-A0C8-9F879A0CAD2B}" type="datetimeFigureOut">
              <a:rPr lang="en-US" smtClean="0"/>
              <a:t>6/23/22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ECD9467-405F-7545-B771-FA76007D54F4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850550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ECD9467-405F-7545-B771-FA76007D54F4}" type="slidenum">
              <a:rPr lang="en-US" smtClean="0"/>
              <a:t>0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5023269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761999"/>
            <a:ext cx="9141619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9270263" y="761999"/>
            <a:ext cx="2925318" cy="5334001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69848" y="1298448"/>
            <a:ext cx="7315200" cy="3255264"/>
          </a:xfrm>
        </p:spPr>
        <p:txBody>
          <a:bodyPr anchor="b">
            <a:normAutofit/>
          </a:bodyPr>
          <a:lstStyle>
            <a:lvl1pPr algn="l">
              <a:defRPr sz="5900" spc="-100" baseline="0">
                <a:solidFill>
                  <a:srgbClr val="FFFFFF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15" y="4670246"/>
            <a:ext cx="7315200" cy="914400"/>
          </a:xfrm>
        </p:spPr>
        <p:txBody>
          <a:bodyPr anchor="t">
            <a:normAutofit/>
          </a:bodyPr>
          <a:lstStyle>
            <a:lvl1pPr marL="0" indent="0" algn="l">
              <a:buNone/>
              <a:defRPr sz="2200" cap="none" spc="0" baseline="0">
                <a:solidFill>
                  <a:schemeClr val="accent1">
                    <a:lumMod val="20000"/>
                    <a:lumOff val="80000"/>
                  </a:schemeClr>
                </a:solidFill>
              </a:defRPr>
            </a:lvl1pPr>
            <a:lvl2pPr marL="457200" indent="0" algn="ctr">
              <a:buNone/>
              <a:defRPr sz="2200"/>
            </a:lvl2pPr>
            <a:lvl3pPr marL="914400" indent="0" algn="ctr">
              <a:buNone/>
              <a:defRPr sz="22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A643F18-EF26-654C-ABB4-02CEB3FEC336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713977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81D57F-782F-1946-8DB0-B095BF7D7794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40569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67912" y="1298448"/>
            <a:ext cx="7315200" cy="3255264"/>
          </a:xfrm>
        </p:spPr>
        <p:txBody>
          <a:bodyPr anchor="b">
            <a:normAutofit/>
          </a:bodyPr>
          <a:lstStyle>
            <a:lvl1pPr>
              <a:defRPr sz="5900" b="0" spc="-10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86200" y="4672584"/>
            <a:ext cx="7315200" cy="914400"/>
          </a:xfrm>
        </p:spPr>
        <p:txBody>
          <a:bodyPr anchor="t">
            <a:normAutofit/>
          </a:bodyPr>
          <a:lstStyle>
            <a:lvl1pPr marL="0" indent="0">
              <a:buNone/>
              <a:defRPr sz="2200" cap="none" spc="0" baseline="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E75C36-8D20-B84F-977D-BE511F3E31AB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343360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3867912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818120" y="868680"/>
            <a:ext cx="347472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5C10D8-AB94-CC4A-8DE8-B9E5EC321E35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2747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7912" y="1023586"/>
            <a:ext cx="3474720" cy="807720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7912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818463" y="1023586"/>
            <a:ext cx="3474720" cy="813171"/>
          </a:xfrm>
        </p:spPr>
        <p:txBody>
          <a:bodyPr anchor="b">
            <a:normAutofit/>
          </a:bodyPr>
          <a:lstStyle>
            <a:lvl1pPr marL="0" indent="0">
              <a:spcBef>
                <a:spcPts val="0"/>
              </a:spcBef>
              <a:buNone/>
              <a:defRPr sz="2000" b="1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818463" y="1930936"/>
            <a:ext cx="3474720" cy="402336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371D288-DD10-D047-B9A9-B4D37F7CF6A7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11" name="Footer Placeholder 10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12" name="Slide Number Placeholder 1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026294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A563FF-A770-DF40-9804-9894FEA2C021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752926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F80E3FE-CD69-2746-853D-20BF6D370FFD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15310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67912" y="868680"/>
            <a:ext cx="7315200" cy="5120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4176"/>
            <a:ext cx="2834640" cy="2321990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B5E811-E0A6-824B-A948-FE363B021287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278328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6032" y="1143000"/>
            <a:ext cx="2834640" cy="2377440"/>
          </a:xfrm>
        </p:spPr>
        <p:txBody>
          <a:bodyPr anchor="b">
            <a:normAutofit/>
          </a:bodyPr>
          <a:lstStyle>
            <a:lvl1pPr>
              <a:defRPr sz="3200" b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570644" y="767419"/>
            <a:ext cx="8115230" cy="5330952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 dirty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 anchor="t">
            <a:normAutofit/>
          </a:bodyPr>
          <a:lstStyle>
            <a:lvl1pPr marL="0" indent="0">
              <a:lnSpc>
                <a:spcPct val="100000"/>
              </a:lnSpc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E5DF0B-6CD4-5A4D-AD77-58BB427FC7EC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724768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4651C-C95C-854A-B7FC-D728682BC870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162048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381000" y="990600"/>
            <a:ext cx="2819400" cy="495300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3867912" y="868680"/>
            <a:ext cx="7315200" cy="5120640"/>
          </a:xfrm>
        </p:spPr>
        <p:txBody>
          <a:bodyPr vert="eaVert" anchor="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34280A3-ACE7-7F44-9DFA-4F1163E9C08F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551488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758952"/>
            <a:ext cx="3443590" cy="533095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2919" y="1123837"/>
            <a:ext cx="2947482" cy="460118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8" name="Rectangle 37"/>
          <p:cNvSpPr/>
          <p:nvPr/>
        </p:nvSpPr>
        <p:spPr>
          <a:xfrm>
            <a:off x="11815864" y="758952"/>
            <a:ext cx="384048" cy="5330952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869268" y="864108"/>
            <a:ext cx="7315200" cy="512064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62465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19D60342-363E-F945-9EF5-EB98FC02E95A}" type="datetime1">
              <a:rPr lang="en-AU" smtClean="0"/>
              <a:t>23/6/2022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869268" y="6356350"/>
            <a:ext cx="591151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 dirty="0"/>
              <a:t>www.retsagroup.com.au | 0433 599 100 |  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34135" y="6356350"/>
            <a:ext cx="153092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="1">
                <a:solidFill>
                  <a:schemeClr val="accent1"/>
                </a:solidFill>
              </a:defRPr>
            </a:lvl1pPr>
          </a:lstStyle>
          <a:p>
            <a:fld id="{0408579A-7D79-A142-82E2-A5E78568EF9D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06233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spc="-60" baseline="0">
          <a:solidFill>
            <a:srgbClr val="FFFFFF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Wingdings 2" pitchFamily="18" charset="2"/>
        <a:buChar char=""/>
        <a:defRPr sz="20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1pPr>
      <a:lvl2pPr marL="6858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8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2pPr>
      <a:lvl3pPr marL="11430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6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3pPr>
      <a:lvl4pPr marL="16002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4pPr>
      <a:lvl5pPr marL="2057400" indent="-18288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250"/>
        </a:spcBef>
        <a:spcAft>
          <a:spcPts val="250"/>
        </a:spcAft>
        <a:buClr>
          <a:schemeClr val="accent1"/>
        </a:buClr>
        <a:buFont typeface="Wingdings 2" pitchFamily="18" charset="2"/>
        <a:buChar char=""/>
        <a:defRPr sz="1400" kern="1200">
          <a:solidFill>
            <a:schemeClr val="tx1">
              <a:lumMod val="65000"/>
              <a:lumOff val="3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retsagrou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hyperlink" Target="https://www.linkedin.com/company/retsagroup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retsagroup" TargetMode="External"/><Relationship Id="rId9" Type="http://schemas.openxmlformats.org/officeDocument/2006/relationships/image" Target="../media/image4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retsagrou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linkedin.com/company/retsagroup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retsagroup" TargetMode="External"/><Relationship Id="rId9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facebook.com/retsagroup" TargetMode="External"/><Relationship Id="rId13" Type="http://schemas.openxmlformats.org/officeDocument/2006/relationships/image" Target="../media/image4.png"/><Relationship Id="rId3" Type="http://schemas.openxmlformats.org/officeDocument/2006/relationships/diagramLayout" Target="../diagrams/layout1.xml"/><Relationship Id="rId7" Type="http://schemas.openxmlformats.org/officeDocument/2006/relationships/image" Target="../media/image1.png"/><Relationship Id="rId12" Type="http://schemas.openxmlformats.org/officeDocument/2006/relationships/hyperlink" Target="https://www.instagram.com/retsagroup/" TargetMode="Externa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11" Type="http://schemas.openxmlformats.org/officeDocument/2006/relationships/image" Target="../media/image3.png"/><Relationship Id="rId5" Type="http://schemas.openxmlformats.org/officeDocument/2006/relationships/diagramColors" Target="../diagrams/colors1.xml"/><Relationship Id="rId10" Type="http://schemas.openxmlformats.org/officeDocument/2006/relationships/hyperlink" Target="https://www.linkedin.com/company/retsagroup" TargetMode="External"/><Relationship Id="rId4" Type="http://schemas.openxmlformats.org/officeDocument/2006/relationships/diagramQuickStyle" Target="../diagrams/quickStyle1.xml"/><Relationship Id="rId9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facebook.com/retsagroup" TargetMode="External"/><Relationship Id="rId7" Type="http://schemas.openxmlformats.org/officeDocument/2006/relationships/hyperlink" Target="https://www.instagram.com/retsagrou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hyperlink" Target="https://www.linkedin.com/company/retsagroup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10.jpe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facebook.com/retsagroup" TargetMode="External"/><Relationship Id="rId7" Type="http://schemas.openxmlformats.org/officeDocument/2006/relationships/hyperlink" Target="https://www.instagram.com/retsagrou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hyperlink" Target="https://www.linkedin.com/company/retsagroup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11.jpe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retsagrou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linkedin.com/company/retsagroup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retsagroup" TargetMode="External"/><Relationship Id="rId9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retsagrou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linkedin.com/company/retsagroup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retsagroup" TargetMode="External"/><Relationship Id="rId9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retsagrou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linkedin.com/company/retsagroup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retsagroup" TargetMode="External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facebook.com/retsagroup" TargetMode="External"/><Relationship Id="rId7" Type="http://schemas.openxmlformats.org/officeDocument/2006/relationships/hyperlink" Target="https://www.instagram.com/retsagrou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hyperlink" Target="https://www.linkedin.com/company/retsagroup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facebook.com/retsagroup" TargetMode="External"/><Relationship Id="rId7" Type="http://schemas.openxmlformats.org/officeDocument/2006/relationships/hyperlink" Target="https://www.instagram.com/retsagrou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hyperlink" Target="https://www.linkedin.com/company/retsagroup" TargetMode="External"/><Relationship Id="rId10" Type="http://schemas.openxmlformats.org/officeDocument/2006/relationships/image" Target="../media/image17.jpg"/><Relationship Id="rId4" Type="http://schemas.openxmlformats.org/officeDocument/2006/relationships/image" Target="../media/image2.png"/><Relationship Id="rId9" Type="http://schemas.openxmlformats.org/officeDocument/2006/relationships/image" Target="../media/image16.jp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retsagrou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linkedin.com/company/retsagroup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retsagroup" TargetMode="External"/><Relationship Id="rId9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retsagrou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linkedin.com/company/retsagroup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retsagroup" TargetMode="External"/><Relationship Id="rId9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facebook.com/retsagroup" TargetMode="External"/><Relationship Id="rId7" Type="http://schemas.openxmlformats.org/officeDocument/2006/relationships/hyperlink" Target="https://www.instagram.com/retsagrou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hyperlink" Target="https://www.linkedin.com/company/retsagroup" TargetMode="External"/><Relationship Id="rId4" Type="http://schemas.openxmlformats.org/officeDocument/2006/relationships/image" Target="../media/image2.png"/><Relationship Id="rId9" Type="http://schemas.openxmlformats.org/officeDocument/2006/relationships/image" Target="../media/image20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retsagrou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linkedin.com/company/retsagroup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retsagroup" TargetMode="External"/><Relationship Id="rId9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retsagrou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linkedin.com/company/retsagroup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retsagroup" TargetMode="External"/><Relationship Id="rId9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hyperlink" Target="https://www.instagram.com/retsagroup/" TargetMode="External"/><Relationship Id="rId3" Type="http://schemas.openxmlformats.org/officeDocument/2006/relationships/image" Target="../media/image1.png"/><Relationship Id="rId7" Type="http://schemas.openxmlformats.org/officeDocument/2006/relationships/image" Target="../media/image3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9.xml"/><Relationship Id="rId6" Type="http://schemas.openxmlformats.org/officeDocument/2006/relationships/hyperlink" Target="https://www.linkedin.com/company/retsagroup" TargetMode="External"/><Relationship Id="rId5" Type="http://schemas.openxmlformats.org/officeDocument/2006/relationships/image" Target="../media/image2.png"/><Relationship Id="rId4" Type="http://schemas.openxmlformats.org/officeDocument/2006/relationships/hyperlink" Target="https://www.facebook.com/retsagroup" TargetMode="External"/><Relationship Id="rId9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facebook.com/retsagroup" TargetMode="External"/><Relationship Id="rId7" Type="http://schemas.openxmlformats.org/officeDocument/2006/relationships/hyperlink" Target="https://www.instagram.com/retsagrou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hyperlink" Target="https://www.linkedin.com/company/retsagroup" TargetMode="External"/><Relationship Id="rId10" Type="http://schemas.openxmlformats.org/officeDocument/2006/relationships/image" Target="../media/image25.jpeg"/><Relationship Id="rId4" Type="http://schemas.openxmlformats.org/officeDocument/2006/relationships/image" Target="../media/image2.png"/><Relationship Id="rId9" Type="http://schemas.openxmlformats.org/officeDocument/2006/relationships/image" Target="../media/image24.jpeg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hyperlink" Target="https://www.facebook.com/retsagroup" TargetMode="External"/><Relationship Id="rId7" Type="http://schemas.openxmlformats.org/officeDocument/2006/relationships/hyperlink" Target="https://www.instagram.com/retsagroup/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3.png"/><Relationship Id="rId5" Type="http://schemas.openxmlformats.org/officeDocument/2006/relationships/hyperlink" Target="https://www.linkedin.com/company/retsagroup" TargetMode="External"/><Relationship Id="rId10" Type="http://schemas.openxmlformats.org/officeDocument/2006/relationships/image" Target="../media/image27.jpeg"/><Relationship Id="rId4" Type="http://schemas.openxmlformats.org/officeDocument/2006/relationships/image" Target="../media/image2.png"/><Relationship Id="rId9" Type="http://schemas.openxmlformats.org/officeDocument/2006/relationships/image" Target="../media/image2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4DF376-FF78-324A-917E-CE176C722A9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RETSA Group</a:t>
            </a:r>
            <a:br>
              <a:rPr lang="en-US" dirty="0"/>
            </a:br>
            <a:r>
              <a:rPr lang="en-US" dirty="0"/>
              <a:t>Portfolio of  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6953A85-4C4F-2D4C-B726-5CB8BA119C97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Various samples from previous projects.</a:t>
            </a:r>
          </a:p>
        </p:txBody>
      </p:sp>
      <p:sp>
        <p:nvSpPr>
          <p:cNvPr id="12" name="Footer Placeholder 2">
            <a:extLst>
              <a:ext uri="{FF2B5EF4-FFF2-40B4-BE49-F238E27FC236}">
                <a16:creationId xmlns:a16="http://schemas.microsoft.com/office/drawing/2014/main" id="{7DADECAB-58C6-B340-A2D3-1068FC4726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B785FA61-0B01-154D-AD50-718DAD83C6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0</a:t>
            </a:r>
          </a:p>
        </p:txBody>
      </p:sp>
      <p:pic>
        <p:nvPicPr>
          <p:cNvPr id="17" name="Picture 16" descr="A picture containing logo&#10;&#10;Description automatically generated">
            <a:extLst>
              <a:ext uri="{FF2B5EF4-FFF2-40B4-BE49-F238E27FC236}">
                <a16:creationId xmlns:a16="http://schemas.microsoft.com/office/drawing/2014/main" id="{9E13DF13-C42E-1942-A737-4612A499C38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pic>
        <p:nvPicPr>
          <p:cNvPr id="5" name="Picture 4" descr="A picture containing drawing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369464A4-FC6D-E141-B039-3B408EBB3F6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6" name="Picture 15">
            <a:hlinkClick r:id="rId6"/>
            <a:extLst>
              <a:ext uri="{FF2B5EF4-FFF2-40B4-BE49-F238E27FC236}">
                <a16:creationId xmlns:a16="http://schemas.microsoft.com/office/drawing/2014/main" id="{22F99960-3A64-984C-8527-9C367D507016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8" name="Picture 17">
            <a:hlinkClick r:id="rId8"/>
            <a:extLst>
              <a:ext uri="{FF2B5EF4-FFF2-40B4-BE49-F238E27FC236}">
                <a16:creationId xmlns:a16="http://schemas.microsoft.com/office/drawing/2014/main" id="{4EE3E49D-011C-6544-8540-9B95C4ADEF63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  <p:grpSp>
        <p:nvGrpSpPr>
          <p:cNvPr id="4" name="Group 3">
            <a:extLst>
              <a:ext uri="{FF2B5EF4-FFF2-40B4-BE49-F238E27FC236}">
                <a16:creationId xmlns:a16="http://schemas.microsoft.com/office/drawing/2014/main" id="{63EF4FF2-CBE9-94D2-7296-663566C38871}"/>
              </a:ext>
            </a:extLst>
          </p:cNvPr>
          <p:cNvGrpSpPr/>
          <p:nvPr/>
        </p:nvGrpSpPr>
        <p:grpSpPr>
          <a:xfrm>
            <a:off x="9535159" y="1072490"/>
            <a:ext cx="2264210" cy="4713020"/>
            <a:chOff x="9535159" y="1301092"/>
            <a:chExt cx="2264210" cy="4713020"/>
          </a:xfrm>
        </p:grpSpPr>
        <p:sp>
          <p:nvSpPr>
            <p:cNvPr id="6" name="TextBox 5">
              <a:extLst>
                <a:ext uri="{FF2B5EF4-FFF2-40B4-BE49-F238E27FC236}">
                  <a16:creationId xmlns:a16="http://schemas.microsoft.com/office/drawing/2014/main" id="{A2C4F3A3-F6BD-454B-BC46-60FFCEB5E7E9}"/>
                </a:ext>
              </a:extLst>
            </p:cNvPr>
            <p:cNvSpPr txBox="1"/>
            <p:nvPr/>
          </p:nvSpPr>
          <p:spPr>
            <a:xfrm>
              <a:off x="9535159" y="1301092"/>
              <a:ext cx="136608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Introduction</a:t>
              </a:r>
            </a:p>
          </p:txBody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890F4A-A7B6-C446-94FC-E902D7A4235B}"/>
                </a:ext>
              </a:extLst>
            </p:cNvPr>
            <p:cNvSpPr txBox="1"/>
            <p:nvPr/>
          </p:nvSpPr>
          <p:spPr>
            <a:xfrm>
              <a:off x="9535159" y="1735461"/>
              <a:ext cx="226421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Development Process</a:t>
              </a:r>
            </a:p>
          </p:txBody>
        </p:sp>
        <p:sp>
          <p:nvSpPr>
            <p:cNvPr id="8" name="TextBox 7">
              <a:extLst>
                <a:ext uri="{FF2B5EF4-FFF2-40B4-BE49-F238E27FC236}">
                  <a16:creationId xmlns:a16="http://schemas.microsoft.com/office/drawing/2014/main" id="{D4B81B84-0CEE-E546-BA59-C4FF14510270}"/>
                </a:ext>
              </a:extLst>
            </p:cNvPr>
            <p:cNvSpPr txBox="1"/>
            <p:nvPr/>
          </p:nvSpPr>
          <p:spPr>
            <a:xfrm>
              <a:off x="9535159" y="3038568"/>
              <a:ext cx="147668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eHealth NSW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A882D372-0F37-C945-BB52-1535F0759494}"/>
                </a:ext>
              </a:extLst>
            </p:cNvPr>
            <p:cNvSpPr txBox="1"/>
            <p:nvPr/>
          </p:nvSpPr>
          <p:spPr>
            <a:xfrm>
              <a:off x="9535159" y="3472937"/>
              <a:ext cx="942887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Downer</a:t>
              </a:r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165EBAB6-6AD4-6A42-A7F4-30C553ABD9C6}"/>
                </a:ext>
              </a:extLst>
            </p:cNvPr>
            <p:cNvSpPr txBox="1"/>
            <p:nvPr/>
          </p:nvSpPr>
          <p:spPr>
            <a:xfrm>
              <a:off x="9535159" y="3907306"/>
              <a:ext cx="84965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Toyota</a:t>
              </a:r>
            </a:p>
          </p:txBody>
        </p:sp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806BAE79-6637-8648-917C-8ABC8B37FAE2}"/>
                </a:ext>
              </a:extLst>
            </p:cNvPr>
            <p:cNvSpPr txBox="1"/>
            <p:nvPr/>
          </p:nvSpPr>
          <p:spPr>
            <a:xfrm>
              <a:off x="9535159" y="4341675"/>
              <a:ext cx="122501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FlexiGroup</a:t>
              </a:r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A16EB42D-0224-A644-937F-8B1F79148A61}"/>
                </a:ext>
              </a:extLst>
            </p:cNvPr>
            <p:cNvSpPr txBox="1"/>
            <p:nvPr/>
          </p:nvSpPr>
          <p:spPr>
            <a:xfrm>
              <a:off x="9535159" y="4776044"/>
              <a:ext cx="195919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Australian Hearing</a:t>
              </a:r>
            </a:p>
          </p:txBody>
        </p:sp>
        <p:sp>
          <p:nvSpPr>
            <p:cNvPr id="20" name="TextBox 19">
              <a:extLst>
                <a:ext uri="{FF2B5EF4-FFF2-40B4-BE49-F238E27FC236}">
                  <a16:creationId xmlns:a16="http://schemas.microsoft.com/office/drawing/2014/main" id="{C5AD86A1-22A6-BA40-9AF6-88B66188FDC3}"/>
                </a:ext>
              </a:extLst>
            </p:cNvPr>
            <p:cNvSpPr txBox="1"/>
            <p:nvPr/>
          </p:nvSpPr>
          <p:spPr>
            <a:xfrm>
              <a:off x="9535159" y="5210413"/>
              <a:ext cx="14686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BCA National</a:t>
              </a:r>
            </a:p>
          </p:txBody>
        </p:sp>
        <p:sp>
          <p:nvSpPr>
            <p:cNvPr id="21" name="TextBox 20">
              <a:extLst>
                <a:ext uri="{FF2B5EF4-FFF2-40B4-BE49-F238E27FC236}">
                  <a16:creationId xmlns:a16="http://schemas.microsoft.com/office/drawing/2014/main" id="{ABEA9075-3CA3-1B48-8BCC-6D866E038792}"/>
                </a:ext>
              </a:extLst>
            </p:cNvPr>
            <p:cNvSpPr txBox="1"/>
            <p:nvPr/>
          </p:nvSpPr>
          <p:spPr>
            <a:xfrm>
              <a:off x="9535159" y="5644780"/>
              <a:ext cx="1388265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Testimonials</a:t>
              </a:r>
            </a:p>
          </p:txBody>
        </p:sp>
        <p:sp>
          <p:nvSpPr>
            <p:cNvPr id="22" name="TextBox 21">
              <a:extLst>
                <a:ext uri="{FF2B5EF4-FFF2-40B4-BE49-F238E27FC236}">
                  <a16:creationId xmlns:a16="http://schemas.microsoft.com/office/drawing/2014/main" id="{FB59384A-6A33-9A49-8DF7-9F0EE8F8F0AC}"/>
                </a:ext>
              </a:extLst>
            </p:cNvPr>
            <p:cNvSpPr txBox="1"/>
            <p:nvPr/>
          </p:nvSpPr>
          <p:spPr>
            <a:xfrm>
              <a:off x="9535159" y="2604199"/>
              <a:ext cx="161403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SUEZ Australia</a:t>
              </a:r>
            </a:p>
          </p:txBody>
        </p:sp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D4116E64-454D-2A99-A419-E989347DC950}"/>
                </a:ext>
              </a:extLst>
            </p:cNvPr>
            <p:cNvSpPr txBox="1"/>
            <p:nvPr/>
          </p:nvSpPr>
          <p:spPr>
            <a:xfrm>
              <a:off x="9535159" y="2169830"/>
              <a:ext cx="220130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Veolia Australia &amp; NZ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5424648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13577A01-3DD8-4E33-BEE1-3065F7E6FB2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759599"/>
            <a:ext cx="7052486" cy="533400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65D40C5-6975-2C4C-92FB-0EF15CE4B1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9248" y="1123837"/>
            <a:ext cx="6451110" cy="1255469"/>
          </a:xfrm>
        </p:spPr>
        <p:txBody>
          <a:bodyPr>
            <a:normAutofit/>
          </a:bodyPr>
          <a:lstStyle/>
          <a:p>
            <a:r>
              <a:rPr lang="en-US" dirty="0"/>
              <a:t>Thanks for viewing my portfolio.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387DEB54-97E7-4122-812C-CB3263B5BFD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89248" y="2510395"/>
            <a:ext cx="6451109" cy="3274586"/>
          </a:xfrm>
        </p:spPr>
        <p:txBody>
          <a:bodyPr anchor="t"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My name is Marcus Rummler and I’m the Director of RETSA Group. We’re a business consultancy in the learning and development sector.</a:t>
            </a:r>
          </a:p>
          <a:p>
            <a:r>
              <a:rPr lang="en-US" dirty="0">
                <a:solidFill>
                  <a:srgbClr val="FFFFFF"/>
                </a:solidFill>
              </a:rPr>
              <a:t>I’ve been working in the industry for over 10 years and I began my career as a workplace trainer. This enables me to understand learner needs and expectations.</a:t>
            </a:r>
          </a:p>
          <a:p>
            <a:r>
              <a:rPr lang="en-US" dirty="0">
                <a:solidFill>
                  <a:srgbClr val="FFFFFF"/>
                </a:solidFill>
              </a:rPr>
              <a:t>We design and build learning solutions for our clients to help them solve business performance problems.</a:t>
            </a:r>
          </a:p>
          <a:p>
            <a:r>
              <a:rPr lang="en-US" dirty="0">
                <a:solidFill>
                  <a:srgbClr val="FFFFFF"/>
                </a:solidFill>
              </a:rPr>
              <a:t>Let’s schedule a time to chat to see if we can help you. </a:t>
            </a:r>
          </a:p>
        </p:txBody>
      </p:sp>
      <p:pic>
        <p:nvPicPr>
          <p:cNvPr id="8" name="Content Placeholder 7" descr="A person wearing glasses and smiling at the camera&#10;&#10;Description automatically generated">
            <a:extLst>
              <a:ext uri="{FF2B5EF4-FFF2-40B4-BE49-F238E27FC236}">
                <a16:creationId xmlns:a16="http://schemas.microsoft.com/office/drawing/2014/main" id="{637EAAA4-FAB7-8D4F-A6B5-60B1A7B9312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-1" b="6177"/>
          <a:stretch/>
        </p:blipFill>
        <p:spPr>
          <a:xfrm>
            <a:off x="7545032" y="759599"/>
            <a:ext cx="3778286" cy="5330650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06D7A-035A-914D-92AD-194BCA2D8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408579A-7D79-A142-82E2-A5E78568EF9D}" type="slidenum">
              <a:rPr lang="en-US" smtClean="0"/>
              <a:pPr>
                <a:spcAft>
                  <a:spcPts val="600"/>
                </a:spcAft>
              </a:pPr>
              <a:t>1</a:t>
            </a:fld>
            <a:endParaRPr lang="en-US" dirty="0"/>
          </a:p>
        </p:txBody>
      </p:sp>
      <p:pic>
        <p:nvPicPr>
          <p:cNvPr id="13" name="Picture 12" descr="A picture containing logo&#10;&#10;Description automatically generated">
            <a:extLst>
              <a:ext uri="{FF2B5EF4-FFF2-40B4-BE49-F238E27FC236}">
                <a16:creationId xmlns:a16="http://schemas.microsoft.com/office/drawing/2014/main" id="{2B13CEFB-91EC-8846-85C6-EF80B9D0B0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BA3D0CA1-D313-B441-9BA9-34C1D056078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1" name="Picture 10">
            <a:hlinkClick r:id="rId6"/>
            <a:extLst>
              <a:ext uri="{FF2B5EF4-FFF2-40B4-BE49-F238E27FC236}">
                <a16:creationId xmlns:a16="http://schemas.microsoft.com/office/drawing/2014/main" id="{B7EE66E6-F969-6B40-B9B4-8BDD74D63105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4" name="Picture 13">
            <a:hlinkClick r:id="rId8"/>
            <a:extLst>
              <a:ext uri="{FF2B5EF4-FFF2-40B4-BE49-F238E27FC236}">
                <a16:creationId xmlns:a16="http://schemas.microsoft.com/office/drawing/2014/main" id="{54EBAAE3-7617-2944-9C3B-4AB6B15E9D8D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  <p:sp>
        <p:nvSpPr>
          <p:cNvPr id="16" name="Footer Placeholder 2">
            <a:extLst>
              <a:ext uri="{FF2B5EF4-FFF2-40B4-BE49-F238E27FC236}">
                <a16:creationId xmlns:a16="http://schemas.microsoft.com/office/drawing/2014/main" id="{D5FC65DB-3338-DB44-9A76-B9F5B0A9B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</p:spTree>
    <p:extLst>
      <p:ext uri="{BB962C8B-B14F-4D97-AF65-F5344CB8AC3E}">
        <p14:creationId xmlns:p14="http://schemas.microsoft.com/office/powerpoint/2010/main" val="4367966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29DC5A77-10C9-4ECF-B7EB-8D917F36A9E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FFE28B5-FB16-49A9-B851-3C35FAC0CA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758952"/>
            <a:ext cx="10905976" cy="165113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EB0FFBD-A0E9-604A-835C-ACD5C0CCD26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00754" y="1087374"/>
            <a:ext cx="8983489" cy="1000978"/>
          </a:xfrm>
        </p:spPr>
        <p:txBody>
          <a:bodyPr>
            <a:normAutofit/>
          </a:bodyPr>
          <a:lstStyle/>
          <a:p>
            <a:r>
              <a:rPr lang="en-US" dirty="0"/>
              <a:t>High Level Development Process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01014442-855A-4E0F-8D09-C314661A48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014533" y="758952"/>
            <a:ext cx="1185379" cy="1651133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9B1ABF09-86CF-414E-88A5-2B84CC7232A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3" y="2526526"/>
            <a:ext cx="1169701" cy="3563378"/>
          </a:xfrm>
          <a:prstGeom prst="rect">
            <a:avLst/>
          </a:prstGeom>
          <a:solidFill>
            <a:srgbClr val="C8C8C8">
              <a:alpha val="49804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FE91770-CDBB-4D24-94E5-AD484F36CE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279019" y="2526526"/>
            <a:ext cx="10920893" cy="3563377"/>
          </a:xfrm>
          <a:prstGeom prst="rect">
            <a:avLst/>
          </a:prstGeom>
          <a:solidFill>
            <a:schemeClr val="bg2">
              <a:lumMod val="60000"/>
              <a:lumOff val="40000"/>
              <a:alpha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5D4B8A66-C99F-B642-A9D7-47F59F4F73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60211769"/>
              </p:ext>
            </p:extLst>
          </p:nvPr>
        </p:nvGraphicFramePr>
        <p:xfrm>
          <a:off x="1600200" y="2282572"/>
          <a:ext cx="8983663" cy="355441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5A1DDD-D7F0-FE40-8BAC-2E0B230FF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34135" y="6356350"/>
            <a:ext cx="1530927" cy="365125"/>
          </a:xfrm>
        </p:spPr>
        <p:txBody>
          <a:bodyPr>
            <a:normAutofit/>
          </a:bodyPr>
          <a:lstStyle/>
          <a:p>
            <a:pPr>
              <a:spcAft>
                <a:spcPts val="600"/>
              </a:spcAft>
            </a:pPr>
            <a:fld id="{0408579A-7D79-A142-82E2-A5E78568EF9D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 dirty="0"/>
          </a:p>
        </p:txBody>
      </p:sp>
      <p:pic>
        <p:nvPicPr>
          <p:cNvPr id="21" name="Picture 20" descr="A picture containing logo&#10;&#10;Description automatically generated">
            <a:extLst>
              <a:ext uri="{FF2B5EF4-FFF2-40B4-BE49-F238E27FC236}">
                <a16:creationId xmlns:a16="http://schemas.microsoft.com/office/drawing/2014/main" id="{E2323A2C-771F-8143-BE41-7B0C1D321160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13" name="Footer Placeholder 2">
            <a:extLst>
              <a:ext uri="{FF2B5EF4-FFF2-40B4-BE49-F238E27FC236}">
                <a16:creationId xmlns:a16="http://schemas.microsoft.com/office/drawing/2014/main" id="{85FCA17A-CF7F-EA42-90D2-14716E959B1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5" name="Picture 14" descr="A picture containing drawing&#10;&#10;Description automatically generated">
            <a:hlinkClick r:id="rId8"/>
            <a:extLst>
              <a:ext uri="{FF2B5EF4-FFF2-40B4-BE49-F238E27FC236}">
                <a16:creationId xmlns:a16="http://schemas.microsoft.com/office/drawing/2014/main" id="{CA2A18BD-4B25-DD43-AD4F-E44145DEB744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6" name="Picture 15">
            <a:hlinkClick r:id="rId10"/>
            <a:extLst>
              <a:ext uri="{FF2B5EF4-FFF2-40B4-BE49-F238E27FC236}">
                <a16:creationId xmlns:a16="http://schemas.microsoft.com/office/drawing/2014/main" id="{E8C201D4-6769-1C47-9F33-55C0F5725E73}"/>
              </a:ext>
            </a:extLst>
          </p:cNvPr>
          <p:cNvPicPr>
            <a:picLocks noChangeAspect="1"/>
          </p:cNvPicPr>
          <p:nvPr/>
        </p:nvPicPr>
        <p:blipFill>
          <a:blip r:embed="rId11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7" name="Picture 16">
            <a:hlinkClick r:id="rId12"/>
            <a:extLst>
              <a:ext uri="{FF2B5EF4-FFF2-40B4-BE49-F238E27FC236}">
                <a16:creationId xmlns:a16="http://schemas.microsoft.com/office/drawing/2014/main" id="{4E71E808-A927-3C4F-BD5A-4BFD12D56DA3}"/>
              </a:ext>
            </a:extLst>
          </p:cNvPr>
          <p:cNvPicPr>
            <a:picLocks noChangeAspect="1"/>
          </p:cNvPicPr>
          <p:nvPr/>
        </p:nvPicPr>
        <p:blipFill>
          <a:blip r:embed="rId13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257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Veolia AU &amp; NZ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Built using Google Sites.</a:t>
            </a:r>
          </a:p>
          <a:p>
            <a:r>
              <a:rPr lang="en-US" dirty="0"/>
              <a:t>I created an internal training page which contains a full course library on the Google Workspace courses on offer.</a:t>
            </a:r>
          </a:p>
          <a:p>
            <a:r>
              <a:rPr lang="en-US" dirty="0"/>
              <a:t>Developed unique course icons in Canva and page banner design.</a:t>
            </a:r>
          </a:p>
          <a:p>
            <a:r>
              <a:rPr lang="en-US" dirty="0"/>
              <a:t>Emphasis on strong visuals and reduced text.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5952A2-6FFB-9C47-98BB-CC237AEE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3</a:t>
            </a:fld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A3E08FAD-8123-6B42-8AAD-CDFC3BE0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9E940FD-9054-1642-8F4A-58AC748F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1" name="Picture 10" descr="A picture containing drawing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9753BD3-9A78-CE40-9D12-ED625AB4C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5"/>
            <a:extLst>
              <a:ext uri="{FF2B5EF4-FFF2-40B4-BE49-F238E27FC236}">
                <a16:creationId xmlns:a16="http://schemas.microsoft.com/office/drawing/2014/main" id="{A7A3AD69-0FC0-CA41-B5A0-6F362AD6A8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7"/>
            <a:extLst>
              <a:ext uri="{FF2B5EF4-FFF2-40B4-BE49-F238E27FC236}">
                <a16:creationId xmlns:a16="http://schemas.microsoft.com/office/drawing/2014/main" id="{D2E062C4-C4A8-5E46-A964-208CFD84C55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  <p:pic>
        <p:nvPicPr>
          <p:cNvPr id="14" name="Picture Placeholder 13">
            <a:extLst>
              <a:ext uri="{FF2B5EF4-FFF2-40B4-BE49-F238E27FC236}">
                <a16:creationId xmlns:a16="http://schemas.microsoft.com/office/drawing/2014/main" id="{C0CF0F50-1412-31AC-818F-B74204548282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9"/>
          <a:srcRect l="10356" r="103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10789684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Veolia AU &amp; NZ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Google Calendar integration.</a:t>
            </a:r>
          </a:p>
          <a:p>
            <a:r>
              <a:rPr lang="en-US" dirty="0"/>
              <a:t>Staff can join weekly webinars through an integrated calendar system for a seamless experience.</a:t>
            </a:r>
          </a:p>
          <a:p>
            <a:r>
              <a:rPr lang="en-US" dirty="0"/>
              <a:t>Staff simply hover the cursor of the calendar entry to view the training topics and book their session.</a:t>
            </a:r>
          </a:p>
          <a:p>
            <a:r>
              <a:rPr lang="en-US" dirty="0"/>
              <a:t>Emphasis on using existing Google apps.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5952A2-6FFB-9C47-98BB-CC237AEE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4</a:t>
            </a:fld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A3E08FAD-8123-6B42-8AAD-CDFC3BE0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9E940FD-9054-1642-8F4A-58AC748F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1" name="Picture 10" descr="A picture containing drawing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9753BD3-9A78-CE40-9D12-ED625AB4C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5"/>
            <a:extLst>
              <a:ext uri="{FF2B5EF4-FFF2-40B4-BE49-F238E27FC236}">
                <a16:creationId xmlns:a16="http://schemas.microsoft.com/office/drawing/2014/main" id="{A7A3AD69-0FC0-CA41-B5A0-6F362AD6A8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7"/>
            <a:extLst>
              <a:ext uri="{FF2B5EF4-FFF2-40B4-BE49-F238E27FC236}">
                <a16:creationId xmlns:a16="http://schemas.microsoft.com/office/drawing/2014/main" id="{D2E062C4-C4A8-5E46-A964-208CFD84C55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  <p:pic>
        <p:nvPicPr>
          <p:cNvPr id="7" name="Picture Placeholder 6" descr="Graphical user interface, table&#10;&#10;Description automatically generated with medium confidence">
            <a:extLst>
              <a:ext uri="{FF2B5EF4-FFF2-40B4-BE49-F238E27FC236}">
                <a16:creationId xmlns:a16="http://schemas.microsoft.com/office/drawing/2014/main" id="{482EC65F-D148-1AD8-E622-0542CF6F89BE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9"/>
          <a:srcRect l="10356" r="10356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21048844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SUEZ Australia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3B8AB9C-A50D-D64B-A4E3-98ACF19E6AE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/>
        </p:blipFill>
        <p:spPr>
          <a:xfrm>
            <a:off x="3570644" y="1387181"/>
            <a:ext cx="8115230" cy="409142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Built in Microsoft SharePoint.</a:t>
            </a:r>
          </a:p>
          <a:p>
            <a:r>
              <a:rPr lang="en-US" dirty="0"/>
              <a:t>I created an internal training page on the Intranet to centralise our training materials and resources.</a:t>
            </a:r>
          </a:p>
          <a:p>
            <a:r>
              <a:rPr lang="en-US" dirty="0"/>
              <a:t>Developed unique icons in Photoshop and page banner design.</a:t>
            </a:r>
          </a:p>
          <a:p>
            <a:r>
              <a:rPr lang="en-US" dirty="0"/>
              <a:t>Emphasis on strong visuals and reduced text.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5952A2-6FFB-9C47-98BB-CC237AEE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5</a:t>
            </a:fld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A3E08FAD-8123-6B42-8AAD-CDFC3BE0A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9E940FD-9054-1642-8F4A-58AC748F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1" name="Picture 10" descr="A picture containing drawing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99753BD3-9A78-CE40-9D12-ED625AB4C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6"/>
            <a:extLst>
              <a:ext uri="{FF2B5EF4-FFF2-40B4-BE49-F238E27FC236}">
                <a16:creationId xmlns:a16="http://schemas.microsoft.com/office/drawing/2014/main" id="{A7A3AD69-0FC0-CA41-B5A0-6F362AD6A82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8"/>
            <a:extLst>
              <a:ext uri="{FF2B5EF4-FFF2-40B4-BE49-F238E27FC236}">
                <a16:creationId xmlns:a16="http://schemas.microsoft.com/office/drawing/2014/main" id="{D2E062C4-C4A8-5E46-A964-208CFD84C55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34651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SUEZ Australia</a:t>
            </a:r>
          </a:p>
        </p:txBody>
      </p:sp>
      <p:pic>
        <p:nvPicPr>
          <p:cNvPr id="6" name="Picture Placeholder 5">
            <a:extLst>
              <a:ext uri="{FF2B5EF4-FFF2-40B4-BE49-F238E27FC236}">
                <a16:creationId xmlns:a16="http://schemas.microsoft.com/office/drawing/2014/main" id="{E3B8AB9C-A50D-D64B-A4E3-98ACF19E6AE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/>
          <a:stretch/>
        </p:blipFill>
        <p:spPr>
          <a:xfrm>
            <a:off x="3570644" y="1387181"/>
            <a:ext cx="8115229" cy="4091428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I created an eLearning module using Rise for over 600 staff to complete as part of a blended learning program.</a:t>
            </a:r>
          </a:p>
          <a:p>
            <a:r>
              <a:rPr lang="en-US" dirty="0"/>
              <a:t>Features exploration activities and interactive elements.</a:t>
            </a:r>
          </a:p>
          <a:p>
            <a:r>
              <a:rPr lang="en-US" dirty="0"/>
              <a:t>Emphasis on strong visuals and key topics to prepare for classroom training.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5952A2-6FFB-9C47-98BB-CC237AEE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6</a:t>
            </a:fld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A3E08FAD-8123-6B42-8AAD-CDFC3BE0A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9E940FD-9054-1642-8F4A-58AC748F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1" name="Picture 10" descr="A picture containing drawing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99753BD3-9A78-CE40-9D12-ED625AB4C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6"/>
            <a:extLst>
              <a:ext uri="{FF2B5EF4-FFF2-40B4-BE49-F238E27FC236}">
                <a16:creationId xmlns:a16="http://schemas.microsoft.com/office/drawing/2014/main" id="{A7A3AD69-0FC0-CA41-B5A0-6F362AD6A82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8"/>
            <a:extLst>
              <a:ext uri="{FF2B5EF4-FFF2-40B4-BE49-F238E27FC236}">
                <a16:creationId xmlns:a16="http://schemas.microsoft.com/office/drawing/2014/main" id="{D2E062C4-C4A8-5E46-A964-208CFD84C55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59513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eHealth NSW</a:t>
            </a:r>
          </a:p>
        </p:txBody>
      </p:sp>
      <p:pic>
        <p:nvPicPr>
          <p:cNvPr id="6" name="Picture Placeholder 5" descr="A picture containing graphical user interface&#10;&#10;Description automatically generated">
            <a:extLst>
              <a:ext uri="{FF2B5EF4-FFF2-40B4-BE49-F238E27FC236}">
                <a16:creationId xmlns:a16="http://schemas.microsoft.com/office/drawing/2014/main" id="{E3B8AB9C-A50D-D64B-A4E3-98ACF19E6AED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2"/>
          <a:srcRect t="953" b="953"/>
          <a:stretch>
            <a:fillRect/>
          </a:stretch>
        </p:blipFill>
        <p:spPr/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Built in Articulate Storyline.</a:t>
            </a:r>
          </a:p>
          <a:p>
            <a:r>
              <a:rPr lang="en-US" dirty="0"/>
              <a:t>I created a clipping mask in Adobe Photoshop to insert an image of a doctor within a shape.</a:t>
            </a:r>
          </a:p>
          <a:p>
            <a:r>
              <a:rPr lang="en-US" dirty="0"/>
              <a:t>Colours and icons are based on the eHealth colour palette.</a:t>
            </a:r>
          </a:p>
          <a:p>
            <a:r>
              <a:rPr lang="en-US" dirty="0"/>
              <a:t>Emphasis on strong visuals and reduced text.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5952A2-6FFB-9C47-98BB-CC237AEE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7</a:t>
            </a:fld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A3E08FAD-8123-6B42-8AAD-CDFC3BE0AF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9E940FD-9054-1642-8F4A-58AC748F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1" name="Picture 10" descr="A picture containing drawing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99753BD3-9A78-CE40-9D12-ED625AB4C1A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6"/>
            <a:extLst>
              <a:ext uri="{FF2B5EF4-FFF2-40B4-BE49-F238E27FC236}">
                <a16:creationId xmlns:a16="http://schemas.microsoft.com/office/drawing/2014/main" id="{A7A3AD69-0FC0-CA41-B5A0-6F362AD6A821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8"/>
            <a:extLst>
              <a:ext uri="{FF2B5EF4-FFF2-40B4-BE49-F238E27FC236}">
                <a16:creationId xmlns:a16="http://schemas.microsoft.com/office/drawing/2014/main" id="{D2E062C4-C4A8-5E46-A964-208CFD84C55E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43536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eHealth NSW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Built with Glide using a Google Spreadsheet.</a:t>
            </a:r>
          </a:p>
          <a:p>
            <a:r>
              <a:rPr lang="en-US" dirty="0"/>
              <a:t>Proof of concept design for the Sepsis Pathway pilot at Princes of Wales Hospital.</a:t>
            </a:r>
          </a:p>
          <a:p>
            <a:r>
              <a:rPr lang="en-US" dirty="0"/>
              <a:t>Mobile responsive design that is easily customised.</a:t>
            </a:r>
          </a:p>
          <a:p>
            <a:r>
              <a:rPr lang="en-US" dirty="0"/>
              <a:t>Accessed by QR code or URL and displays as a native app.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5952A2-6FFB-9C47-98BB-CC237AEE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8</a:t>
            </a:fld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A3E08FAD-8123-6B42-8AAD-CDFC3BE0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9E940FD-9054-1642-8F4A-58AC748F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1" name="Picture 10" descr="A picture containing drawing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9753BD3-9A78-CE40-9D12-ED625AB4C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5"/>
            <a:extLst>
              <a:ext uri="{FF2B5EF4-FFF2-40B4-BE49-F238E27FC236}">
                <a16:creationId xmlns:a16="http://schemas.microsoft.com/office/drawing/2014/main" id="{A7A3AD69-0FC0-CA41-B5A0-6F362AD6A8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7"/>
            <a:extLst>
              <a:ext uri="{FF2B5EF4-FFF2-40B4-BE49-F238E27FC236}">
                <a16:creationId xmlns:a16="http://schemas.microsoft.com/office/drawing/2014/main" id="{D2E062C4-C4A8-5E46-A964-208CFD84C55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  <p:pic>
        <p:nvPicPr>
          <p:cNvPr id="18" name="Picture Placeholder 17" descr="Graphical user interface, application&#10;&#10;Description automatically generated">
            <a:extLst>
              <a:ext uri="{FF2B5EF4-FFF2-40B4-BE49-F238E27FC236}">
                <a16:creationId xmlns:a16="http://schemas.microsoft.com/office/drawing/2014/main" id="{6561E460-B2EC-B145-9BD2-08C871D882A1}"/>
              </a:ext>
            </a:extLst>
          </p:cNvPr>
          <p:cNvPicPr>
            <a:picLocks noGrp="1" noChangeAspect="1"/>
          </p:cNvPicPr>
          <p:nvPr>
            <p:ph type="pic" idx="1"/>
          </p:nvPr>
        </p:nvPicPr>
        <p:blipFill>
          <a:blip r:embed="rId9"/>
          <a:srcRect l="155" r="155"/>
          <a:stretch>
            <a:fillRect/>
          </a:stretch>
        </p:blipFill>
        <p:spPr/>
      </p:pic>
    </p:spTree>
    <p:extLst>
      <p:ext uri="{BB962C8B-B14F-4D97-AF65-F5344CB8AC3E}">
        <p14:creationId xmlns:p14="http://schemas.microsoft.com/office/powerpoint/2010/main" val="374471212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eHealth NSW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Video tutorial project documentation.</a:t>
            </a:r>
          </a:p>
          <a:p>
            <a:r>
              <a:rPr lang="en-US" dirty="0"/>
              <a:t>I created this documentation to assist the software development team with the management of their project.</a:t>
            </a:r>
          </a:p>
          <a:p>
            <a:r>
              <a:rPr lang="en-US" dirty="0"/>
              <a:t>Documents are customised for each project to ensure they are valuable to end users.</a:t>
            </a:r>
          </a:p>
          <a:p>
            <a:endParaRPr lang="en-US" dirty="0"/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99E940FD-9054-1642-8F4A-58AC748F8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15952A2-6FFB-9C47-98BB-CC237AEE75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10" name="Picture 9" descr="A picture containing logo&#10;&#10;Description automatically generated">
            <a:extLst>
              <a:ext uri="{FF2B5EF4-FFF2-40B4-BE49-F238E27FC236}">
                <a16:creationId xmlns:a16="http://schemas.microsoft.com/office/drawing/2014/main" id="{A3E08FAD-8123-6B42-8AAD-CDFC3BE0AF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pic>
        <p:nvPicPr>
          <p:cNvPr id="11" name="Picture 10" descr="A picture containing drawing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99753BD3-9A78-CE40-9D12-ED625AB4C1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5"/>
            <a:extLst>
              <a:ext uri="{FF2B5EF4-FFF2-40B4-BE49-F238E27FC236}">
                <a16:creationId xmlns:a16="http://schemas.microsoft.com/office/drawing/2014/main" id="{A7A3AD69-0FC0-CA41-B5A0-6F362AD6A821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7"/>
            <a:extLst>
              <a:ext uri="{FF2B5EF4-FFF2-40B4-BE49-F238E27FC236}">
                <a16:creationId xmlns:a16="http://schemas.microsoft.com/office/drawing/2014/main" id="{D2E062C4-C4A8-5E46-A964-208CFD84C55E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01D43F1-65F4-4641-BC7B-D32385B2CBA9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712188" y="909000"/>
            <a:ext cx="3829885" cy="50399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35" name="Picture 34">
            <a:extLst>
              <a:ext uri="{FF2B5EF4-FFF2-40B4-BE49-F238E27FC236}">
                <a16:creationId xmlns:a16="http://schemas.microsoft.com/office/drawing/2014/main" id="{F879222F-3B29-D747-9860-70BE9D11B2D5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7683340" y="909001"/>
            <a:ext cx="3849549" cy="503999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13037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Downer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Built in Articulate Storyline.</a:t>
            </a:r>
          </a:p>
          <a:p>
            <a:r>
              <a:rPr lang="en-US" dirty="0"/>
              <a:t>Click and reveal interactions.</a:t>
            </a:r>
          </a:p>
          <a:p>
            <a:r>
              <a:rPr lang="en-US" dirty="0"/>
              <a:t>Client requested use of icons with minimal text.</a:t>
            </a:r>
          </a:p>
          <a:p>
            <a:r>
              <a:rPr lang="en-US" dirty="0"/>
              <a:t>Colours based on the Downer branding.</a:t>
            </a:r>
          </a:p>
          <a:p>
            <a:r>
              <a:rPr lang="en-US" dirty="0"/>
              <a:t>Stock images on base layer.</a:t>
            </a:r>
          </a:p>
          <a:p>
            <a:endParaRPr lang="en-US" dirty="0"/>
          </a:p>
        </p:txBody>
      </p:sp>
      <p:pic>
        <p:nvPicPr>
          <p:cNvPr id="20" name="Picture 19" descr="Timeline&#10;&#10;Description automatically generated">
            <a:extLst>
              <a:ext uri="{FF2B5EF4-FFF2-40B4-BE49-F238E27FC236}">
                <a16:creationId xmlns:a16="http://schemas.microsoft.com/office/drawing/2014/main" id="{C469B7A2-E70F-FC40-8BBA-82CAA079C85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39995" y="1128517"/>
            <a:ext cx="8179495" cy="4600966"/>
          </a:xfrm>
          <a:prstGeom prst="rect">
            <a:avLst/>
          </a:prstGeom>
        </p:spPr>
      </p:pic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00E781-321A-CB4B-987F-2A1E2B5325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10</a:t>
            </a:fld>
            <a:endParaRPr lang="en-US" dirty="0"/>
          </a:p>
        </p:txBody>
      </p:sp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02BDB055-0242-2941-AA4B-9334B88A78A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05A1363F-FDC8-E549-BBAB-7B4F6FE98F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1" name="Picture 10" descr="A picture containing drawing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32C58B1C-8530-B249-BF2E-13262F2A15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6"/>
            <a:extLst>
              <a:ext uri="{FF2B5EF4-FFF2-40B4-BE49-F238E27FC236}">
                <a16:creationId xmlns:a16="http://schemas.microsoft.com/office/drawing/2014/main" id="{FF8548C9-EFA3-C348-95BE-DA079E5977E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8"/>
            <a:extLst>
              <a:ext uri="{FF2B5EF4-FFF2-40B4-BE49-F238E27FC236}">
                <a16:creationId xmlns:a16="http://schemas.microsoft.com/office/drawing/2014/main" id="{6A63B444-7921-B442-89AC-20D6696C28F0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6296410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Toyota Finance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/>
          <a:lstStyle/>
          <a:p>
            <a:r>
              <a:rPr lang="en-US" dirty="0"/>
              <a:t>Built in Articulate Storyline.</a:t>
            </a:r>
          </a:p>
          <a:p>
            <a:r>
              <a:rPr lang="en-US" dirty="0"/>
              <a:t>Graded multiple choice assessment.</a:t>
            </a:r>
          </a:p>
          <a:p>
            <a:r>
              <a:rPr lang="en-US" dirty="0"/>
              <a:t>Each answer has specific feedback.</a:t>
            </a:r>
          </a:p>
          <a:p>
            <a:r>
              <a:rPr lang="en-US" dirty="0"/>
              <a:t>Colours based on the Toyota branding.</a:t>
            </a:r>
          </a:p>
          <a:p>
            <a:r>
              <a:rPr lang="en-US" dirty="0"/>
              <a:t>Image used on base layer for more visual appeal.</a:t>
            </a:r>
          </a:p>
          <a:p>
            <a:endParaRPr lang="en-US" dirty="0"/>
          </a:p>
        </p:txBody>
      </p:sp>
      <p:pic>
        <p:nvPicPr>
          <p:cNvPr id="5" name="Picture 4" descr="Graphical user interface, text, application, email&#10;&#10;Description automatically generated">
            <a:extLst>
              <a:ext uri="{FF2B5EF4-FFF2-40B4-BE49-F238E27FC236}">
                <a16:creationId xmlns:a16="http://schemas.microsoft.com/office/drawing/2014/main" id="{F699BE02-BB56-2E4F-8B57-79D489DE959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3665" y="1062089"/>
            <a:ext cx="8160697" cy="4733821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AF21C7-18C7-6842-878B-B1EAFBF6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11</a:t>
            </a:fld>
            <a:endParaRPr lang="en-US" dirty="0"/>
          </a:p>
        </p:txBody>
      </p:sp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46041E1B-0A26-AE4B-A5AC-38DC1EA452D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6124490-9DF3-8746-B1FC-46A9E083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1" name="Picture 10" descr="A picture containing drawing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72973F3D-07F1-1346-92E8-CBD55F36BC7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6"/>
            <a:extLst>
              <a:ext uri="{FF2B5EF4-FFF2-40B4-BE49-F238E27FC236}">
                <a16:creationId xmlns:a16="http://schemas.microsoft.com/office/drawing/2014/main" id="{9A02AD9A-92A7-B14E-8357-1021FA4162B8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8"/>
            <a:extLst>
              <a:ext uri="{FF2B5EF4-FFF2-40B4-BE49-F238E27FC236}">
                <a16:creationId xmlns:a16="http://schemas.microsoft.com/office/drawing/2014/main" id="{1F482FFB-45D7-4E4C-8018-248F72FC773C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13930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Toyota Finance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Built in Articulate Storyline.</a:t>
            </a:r>
          </a:p>
          <a:p>
            <a:r>
              <a:rPr lang="en-US" dirty="0"/>
              <a:t>Template supplied by TFS.</a:t>
            </a:r>
          </a:p>
          <a:p>
            <a:r>
              <a:rPr lang="en-US" dirty="0"/>
              <a:t>Each tile branches off to unique content.</a:t>
            </a:r>
          </a:p>
          <a:p>
            <a:r>
              <a:rPr lang="en-US" dirty="0"/>
              <a:t>Scenario based examples that simulate real world situations.</a:t>
            </a:r>
          </a:p>
          <a:p>
            <a:r>
              <a:rPr lang="en-US" dirty="0"/>
              <a:t>No stock photography used.</a:t>
            </a:r>
          </a:p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2AAF21C7-18C7-6842-878B-B1EAFBF60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12</a:t>
            </a:fld>
            <a:endParaRPr lang="en-US" dirty="0"/>
          </a:p>
        </p:txBody>
      </p:sp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46041E1B-0A26-AE4B-A5AC-38DC1EA452D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66124490-9DF3-8746-B1FC-46A9E08374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1" name="Picture 10" descr="A picture containing drawing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72973F3D-07F1-1346-92E8-CBD55F36BC7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5"/>
            <a:extLst>
              <a:ext uri="{FF2B5EF4-FFF2-40B4-BE49-F238E27FC236}">
                <a16:creationId xmlns:a16="http://schemas.microsoft.com/office/drawing/2014/main" id="{9A02AD9A-92A7-B14E-8357-1021FA4162B8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7"/>
            <a:extLst>
              <a:ext uri="{FF2B5EF4-FFF2-40B4-BE49-F238E27FC236}">
                <a16:creationId xmlns:a16="http://schemas.microsoft.com/office/drawing/2014/main" id="{1F482FFB-45D7-4E4C-8018-248F72FC773C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  <p:pic>
        <p:nvPicPr>
          <p:cNvPr id="7" name="Picture 6" descr="Graphical user interface, website&#10;&#10;Description automatically generated">
            <a:extLst>
              <a:ext uri="{FF2B5EF4-FFF2-40B4-BE49-F238E27FC236}">
                <a16:creationId xmlns:a16="http://schemas.microsoft.com/office/drawing/2014/main" id="{89F5ED8D-7160-0240-A675-5584C0E97E5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287824" y="876300"/>
            <a:ext cx="6680200" cy="5105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715634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FlexiGroup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Built in Articulate Storyline using a drag and drop interaction.</a:t>
            </a:r>
          </a:p>
          <a:p>
            <a:r>
              <a:rPr lang="en-US" dirty="0"/>
              <a:t>Each answer has specific feedback.</a:t>
            </a:r>
          </a:p>
          <a:p>
            <a:r>
              <a:rPr lang="en-US" dirty="0"/>
              <a:t>Colours based on the FlexiGroup branding but design is all new.</a:t>
            </a:r>
          </a:p>
          <a:p>
            <a:r>
              <a:rPr lang="en-US" dirty="0"/>
              <a:t>Interactive news link feature linking real life stories to the module content and messaging.</a:t>
            </a:r>
          </a:p>
          <a:p>
            <a:endParaRPr lang="en-US" dirty="0"/>
          </a:p>
        </p:txBody>
      </p:sp>
      <p:pic>
        <p:nvPicPr>
          <p:cNvPr id="6" name="Picture 5" descr="Timeline&#10;&#10;Description automatically generated">
            <a:extLst>
              <a:ext uri="{FF2B5EF4-FFF2-40B4-BE49-F238E27FC236}">
                <a16:creationId xmlns:a16="http://schemas.microsoft.com/office/drawing/2014/main" id="{A9781112-F62D-8F4D-8C9A-87E9BF8E35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77377" y="831525"/>
            <a:ext cx="6864756" cy="5194950"/>
          </a:xfrm>
          <a:prstGeom prst="rect">
            <a:avLst/>
          </a:prstGeom>
        </p:spPr>
      </p:pic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694EF156-FE04-3745-8ED2-F6E957BA4DF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13</a:t>
            </a:fld>
            <a:endParaRPr lang="en-US" dirty="0"/>
          </a:p>
        </p:txBody>
      </p:sp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39B8550F-4686-794D-82D8-113E807AB6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sp>
        <p:nvSpPr>
          <p:cNvPr id="10" name="Footer Placeholder 2">
            <a:extLst>
              <a:ext uri="{FF2B5EF4-FFF2-40B4-BE49-F238E27FC236}">
                <a16:creationId xmlns:a16="http://schemas.microsoft.com/office/drawing/2014/main" id="{452F5B58-650D-9741-B68E-061DC46D58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3499101" y="6356350"/>
            <a:ext cx="5911517" cy="365125"/>
          </a:xfrm>
        </p:spPr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pic>
        <p:nvPicPr>
          <p:cNvPr id="11" name="Picture 10" descr="A picture containing drawing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14C4EF09-B3DD-2D48-BEB8-EF7B18C299D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6"/>
            <a:extLst>
              <a:ext uri="{FF2B5EF4-FFF2-40B4-BE49-F238E27FC236}">
                <a16:creationId xmlns:a16="http://schemas.microsoft.com/office/drawing/2014/main" id="{72B099B6-5E0B-4C4B-A761-86AFBA5BCD1B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3" name="Picture 12">
            <a:hlinkClick r:id="rId8"/>
            <a:extLst>
              <a:ext uri="{FF2B5EF4-FFF2-40B4-BE49-F238E27FC236}">
                <a16:creationId xmlns:a16="http://schemas.microsoft.com/office/drawing/2014/main" id="{33C3921B-9E12-024D-979A-004D5940C962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187950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Australian Hearing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256032" y="3493008"/>
            <a:ext cx="2834640" cy="2322576"/>
          </a:xfrm>
        </p:spPr>
        <p:txBody>
          <a:bodyPr>
            <a:noAutofit/>
          </a:bodyPr>
          <a:lstStyle/>
          <a:p>
            <a:r>
              <a:rPr lang="en-US" dirty="0"/>
              <a:t>Built in Vyond (Goanimate).</a:t>
            </a:r>
          </a:p>
          <a:p>
            <a:r>
              <a:rPr lang="en-US" dirty="0"/>
              <a:t>Developed the entire script for the video and consulted with SME’s to validate.</a:t>
            </a:r>
          </a:p>
          <a:p>
            <a:r>
              <a:rPr lang="en-US" dirty="0"/>
              <a:t>Video was deployed to the intranet page to communicate the upcoming change and eLearning module.</a:t>
            </a:r>
          </a:p>
        </p:txBody>
      </p:sp>
      <p:pic>
        <p:nvPicPr>
          <p:cNvPr id="5" name="Picture 4" descr="A screen shot of a computer&#10;&#10;Description automatically generated">
            <a:extLst>
              <a:ext uri="{FF2B5EF4-FFF2-40B4-BE49-F238E27FC236}">
                <a16:creationId xmlns:a16="http://schemas.microsoft.com/office/drawing/2014/main" id="{5874F16A-A001-2242-A275-3E5B101A92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97097" y="851535"/>
            <a:ext cx="8240223" cy="5154930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83049FA-A02B-EF4D-9FE0-D48B6E669A1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72CA0C4A-5366-FB48-92AD-69A2C3F644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14</a:t>
            </a:fld>
            <a:endParaRPr lang="en-US" dirty="0"/>
          </a:p>
        </p:txBody>
      </p:sp>
      <p:pic>
        <p:nvPicPr>
          <p:cNvPr id="13" name="Picture 12" descr="A picture containing logo&#10;&#10;Description automatically generated">
            <a:extLst>
              <a:ext uri="{FF2B5EF4-FFF2-40B4-BE49-F238E27FC236}">
                <a16:creationId xmlns:a16="http://schemas.microsoft.com/office/drawing/2014/main" id="{084464C5-48E8-A04E-8F7B-59AA768DEB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pic>
        <p:nvPicPr>
          <p:cNvPr id="9" name="Picture 8" descr="A picture containing drawing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8DAD5DA1-237D-E243-A63B-9532B931D31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0" name="Picture 9">
            <a:hlinkClick r:id="rId6"/>
            <a:extLst>
              <a:ext uri="{FF2B5EF4-FFF2-40B4-BE49-F238E27FC236}">
                <a16:creationId xmlns:a16="http://schemas.microsoft.com/office/drawing/2014/main" id="{F228F958-058C-544A-BDCF-18947BF9B36D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1" name="Picture 10">
            <a:hlinkClick r:id="rId8"/>
            <a:extLst>
              <a:ext uri="{FF2B5EF4-FFF2-40B4-BE49-F238E27FC236}">
                <a16:creationId xmlns:a16="http://schemas.microsoft.com/office/drawing/2014/main" id="{B3C0D6EA-C7A1-1345-A16D-44380D0B510F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702727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BCA National 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Built in Vyond (Goanimate).</a:t>
            </a:r>
          </a:p>
          <a:p>
            <a:r>
              <a:rPr lang="en-US" dirty="0"/>
              <a:t>I developed the entire script for the video and consulted with subject matter experts to validate.</a:t>
            </a:r>
          </a:p>
          <a:p>
            <a:r>
              <a:rPr lang="en-US" dirty="0"/>
              <a:t>The video was published to the organization’s Facebook page public facing website.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874F16A-A001-2242-A275-3E5B101A92A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/>
        </p:blipFill>
        <p:spPr>
          <a:xfrm>
            <a:off x="3497097" y="861117"/>
            <a:ext cx="8240223" cy="5135766"/>
          </a:xfrm>
          <a:prstGeom prst="rect">
            <a:avLst/>
          </a:prstGeom>
        </p:spPr>
      </p:pic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4C55E-D296-7F4C-8247-8FB3530E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F8B9BB-4964-E845-B994-6537A641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15</a:t>
            </a:fld>
            <a:endParaRPr lang="en-US" dirty="0"/>
          </a:p>
        </p:txBody>
      </p:sp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73F0BC4E-F0F6-A849-97EE-B53F45F3C0D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hlinkClick r:id="rId4"/>
            <a:extLst>
              <a:ext uri="{FF2B5EF4-FFF2-40B4-BE49-F238E27FC236}">
                <a16:creationId xmlns:a16="http://schemas.microsoft.com/office/drawing/2014/main" id="{092ECC48-35AA-6646-A740-7D70E43BB5F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1" name="Picture 10">
            <a:hlinkClick r:id="rId6"/>
            <a:extLst>
              <a:ext uri="{FF2B5EF4-FFF2-40B4-BE49-F238E27FC236}">
                <a16:creationId xmlns:a16="http://schemas.microsoft.com/office/drawing/2014/main" id="{8B39116E-83DA-4349-9699-80B79AE4FE3A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8"/>
            <a:extLst>
              <a:ext uri="{FF2B5EF4-FFF2-40B4-BE49-F238E27FC236}">
                <a16:creationId xmlns:a16="http://schemas.microsoft.com/office/drawing/2014/main" id="{4E0C013D-98F4-7747-B742-F31BC16AAF44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198622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Testimonials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Kind words from some of the wonderful people we’ve worked with before.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4C55E-D296-7F4C-8247-8FB3530E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F8B9BB-4964-E845-B994-6537A641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16</a:t>
            </a:fld>
            <a:endParaRPr lang="en-US" dirty="0"/>
          </a:p>
        </p:txBody>
      </p:sp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73F0BC4E-F0F6-A849-97EE-B53F45F3C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092ECC48-35AA-6646-A740-7D70E43BB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1" name="Picture 10">
            <a:hlinkClick r:id="rId5"/>
            <a:extLst>
              <a:ext uri="{FF2B5EF4-FFF2-40B4-BE49-F238E27FC236}">
                <a16:creationId xmlns:a16="http://schemas.microsoft.com/office/drawing/2014/main" id="{8B39116E-83DA-4349-9699-80B79AE4FE3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7"/>
            <a:extLst>
              <a:ext uri="{FF2B5EF4-FFF2-40B4-BE49-F238E27FC236}">
                <a16:creationId xmlns:a16="http://schemas.microsoft.com/office/drawing/2014/main" id="{4E0C013D-98F4-7747-B742-F31BC16AAF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360656D-8ABE-1949-B62C-AD4989CE8220}"/>
              </a:ext>
            </a:extLst>
          </p:cNvPr>
          <p:cNvSpPr txBox="1"/>
          <p:nvPr/>
        </p:nvSpPr>
        <p:spPr>
          <a:xfrm>
            <a:off x="5153253" y="1434260"/>
            <a:ext cx="6265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We worked together on a fairly complex project, with many moving parts and a diverse group of stakeholders. Marcus got up to speed quickly and wasn’t fazed by the changing landscape. His deliverables were high quality and thoughtfully tailored to the various audience groups. I happily recommend Marcus for his training expertise. </a:t>
            </a:r>
            <a:endParaRPr lang="en-US" i="1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B1B04C68-6EBC-F241-8F2C-BB13EF761BFB}"/>
              </a:ext>
            </a:extLst>
          </p:cNvPr>
          <p:cNvPicPr>
            <a:picLocks noChangeAspect="1"/>
          </p:cNvPicPr>
          <p:nvPr/>
        </p:nvPicPr>
        <p:blipFill>
          <a:blip r:embed="rId9"/>
          <a:srcRect/>
          <a:stretch/>
        </p:blipFill>
        <p:spPr>
          <a:xfrm>
            <a:off x="3543469" y="1434260"/>
            <a:ext cx="1557867" cy="155786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3B964D6-9403-4243-8CA3-3E0141112C9E}"/>
              </a:ext>
            </a:extLst>
          </p:cNvPr>
          <p:cNvSpPr txBox="1"/>
          <p:nvPr/>
        </p:nvSpPr>
        <p:spPr>
          <a:xfrm>
            <a:off x="5153253" y="3868158"/>
            <a:ext cx="62653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I have worked with Marcus for nearly a year and found him a pleasure to work with. His 'can do' attitude made all the difference during high degree of business uncertainty due to covid and ongoing business change. I would definitely recommend his services to anyone who is looking to lift their training outcomes and gain higher engagement.</a:t>
            </a:r>
            <a:endParaRPr lang="en-US" i="1" dirty="0"/>
          </a:p>
        </p:txBody>
      </p:sp>
      <p:pic>
        <p:nvPicPr>
          <p:cNvPr id="30" name="Picture 29">
            <a:extLst>
              <a:ext uri="{FF2B5EF4-FFF2-40B4-BE49-F238E27FC236}">
                <a16:creationId xmlns:a16="http://schemas.microsoft.com/office/drawing/2014/main" id="{B8D58FC0-E4B1-BC4E-ABD2-1462E10D3B18}"/>
              </a:ext>
            </a:extLst>
          </p:cNvPr>
          <p:cNvPicPr>
            <a:picLocks noChangeAspect="1"/>
          </p:cNvPicPr>
          <p:nvPr/>
        </p:nvPicPr>
        <p:blipFill>
          <a:blip r:embed="rId10"/>
          <a:srcRect/>
          <a:stretch/>
        </p:blipFill>
        <p:spPr>
          <a:xfrm>
            <a:off x="3543469" y="3868158"/>
            <a:ext cx="1557867" cy="155786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2C3D45-2EE8-EA4C-AEBB-36C8E860C053}"/>
              </a:ext>
            </a:extLst>
          </p:cNvPr>
          <p:cNvSpPr txBox="1"/>
          <p:nvPr/>
        </p:nvSpPr>
        <p:spPr>
          <a:xfrm>
            <a:off x="8158917" y="3185731"/>
            <a:ext cx="3259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Adriana Jamieson – SUEZ AU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3BEE12-611D-2E47-A9A4-3C40CCCF3C29}"/>
              </a:ext>
            </a:extLst>
          </p:cNvPr>
          <p:cNvSpPr txBox="1"/>
          <p:nvPr/>
        </p:nvSpPr>
        <p:spPr>
          <a:xfrm>
            <a:off x="8158917" y="5629328"/>
            <a:ext cx="3259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Diane Gatto – SUEZ AU</a:t>
            </a:r>
          </a:p>
        </p:txBody>
      </p:sp>
    </p:spTree>
    <p:extLst>
      <p:ext uri="{BB962C8B-B14F-4D97-AF65-F5344CB8AC3E}">
        <p14:creationId xmlns:p14="http://schemas.microsoft.com/office/powerpoint/2010/main" val="886199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552B50-605F-A14A-AF5C-0E523BBC5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Testimonials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E04BAFD-B8C2-294D-A888-60B806E2CEA8}"/>
              </a:ext>
            </a:extLst>
          </p:cNvPr>
          <p:cNvSpPr>
            <a:spLocks noGrp="1"/>
          </p:cNvSpPr>
          <p:nvPr>
            <p:ph type="body" sz="half" idx="2"/>
          </p:nvPr>
        </p:nvSpPr>
        <p:spPr/>
        <p:txBody>
          <a:bodyPr>
            <a:normAutofit/>
          </a:bodyPr>
          <a:lstStyle/>
          <a:p>
            <a:r>
              <a:rPr lang="en-US" dirty="0"/>
              <a:t>Kind words from some of the wonderful people we’ve worked with before.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574C55E-D296-7F4C-8247-8FB3530EFA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www.retsagroup.com.au | 0433 599 100 |  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2F8B9BB-4964-E845-B994-6537A641CA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08579A-7D79-A142-82E2-A5E78568EF9D}" type="slidenum">
              <a:rPr lang="en-US" smtClean="0"/>
              <a:t>17</a:t>
            </a:fld>
            <a:endParaRPr lang="en-US" dirty="0"/>
          </a:p>
        </p:txBody>
      </p:sp>
      <p:pic>
        <p:nvPicPr>
          <p:cNvPr id="9" name="Picture 8" descr="A picture containing logo&#10;&#10;Description automatically generated">
            <a:extLst>
              <a:ext uri="{FF2B5EF4-FFF2-40B4-BE49-F238E27FC236}">
                <a16:creationId xmlns:a16="http://schemas.microsoft.com/office/drawing/2014/main" id="{73F0BC4E-F0F6-A849-97EE-B53F45F3C0D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271" y="37074"/>
            <a:ext cx="1670794" cy="684819"/>
          </a:xfrm>
          <a:prstGeom prst="rect">
            <a:avLst/>
          </a:prstGeom>
        </p:spPr>
      </p:pic>
      <p:pic>
        <p:nvPicPr>
          <p:cNvPr id="10" name="Picture 9" descr="A picture containing drawing&#10;&#10;Description automatically generated">
            <a:hlinkClick r:id="rId3"/>
            <a:extLst>
              <a:ext uri="{FF2B5EF4-FFF2-40B4-BE49-F238E27FC236}">
                <a16:creationId xmlns:a16="http://schemas.microsoft.com/office/drawing/2014/main" id="{092ECC48-35AA-6646-A740-7D70E43BB5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65606" y="6379860"/>
            <a:ext cx="323850" cy="323850"/>
          </a:xfrm>
          <a:prstGeom prst="rect">
            <a:avLst/>
          </a:prstGeom>
        </p:spPr>
      </p:pic>
      <p:pic>
        <p:nvPicPr>
          <p:cNvPr id="11" name="Picture 10">
            <a:hlinkClick r:id="rId5"/>
            <a:extLst>
              <a:ext uri="{FF2B5EF4-FFF2-40B4-BE49-F238E27FC236}">
                <a16:creationId xmlns:a16="http://schemas.microsoft.com/office/drawing/2014/main" id="{8B39116E-83DA-4349-9699-80B79AE4FE3A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6348272" y="6379860"/>
            <a:ext cx="323850" cy="323850"/>
          </a:xfrm>
          <a:prstGeom prst="rect">
            <a:avLst/>
          </a:prstGeom>
        </p:spPr>
      </p:pic>
      <p:pic>
        <p:nvPicPr>
          <p:cNvPr id="12" name="Picture 11">
            <a:hlinkClick r:id="rId7"/>
            <a:extLst>
              <a:ext uri="{FF2B5EF4-FFF2-40B4-BE49-F238E27FC236}">
                <a16:creationId xmlns:a16="http://schemas.microsoft.com/office/drawing/2014/main" id="{4E0C013D-98F4-7747-B742-F31BC16AAF44}"/>
              </a:ext>
            </a:extLst>
          </p:cNvPr>
          <p:cNvPicPr>
            <a:picLocks noChangeAspect="1"/>
          </p:cNvPicPr>
          <p:nvPr/>
        </p:nvPicPr>
        <p:blipFill>
          <a:blip r:embed="rId8"/>
          <a:srcRect/>
          <a:stretch/>
        </p:blipFill>
        <p:spPr>
          <a:xfrm>
            <a:off x="6730937" y="6379860"/>
            <a:ext cx="323850" cy="323850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F360656D-8ABE-1949-B62C-AD4989CE8220}"/>
              </a:ext>
            </a:extLst>
          </p:cNvPr>
          <p:cNvSpPr txBox="1"/>
          <p:nvPr/>
        </p:nvSpPr>
        <p:spPr>
          <a:xfrm>
            <a:off x="5153253" y="1434260"/>
            <a:ext cx="626533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Marcus is meticulous, matchless and marvellous. He has a great positive attitude, and you will always find him smiling and enjoying his work. I highly recommend him for any eLearning, video, or project and would love to have him in my team in the future.</a:t>
            </a:r>
            <a:endParaRPr lang="en-US" i="1" dirty="0"/>
          </a:p>
        </p:txBody>
      </p:sp>
      <p:pic>
        <p:nvPicPr>
          <p:cNvPr id="23" name="Picture 22" descr="A person wearing a suit and tie smiling at the camera&#10;&#10;Description automatically generated">
            <a:extLst>
              <a:ext uri="{FF2B5EF4-FFF2-40B4-BE49-F238E27FC236}">
                <a16:creationId xmlns:a16="http://schemas.microsoft.com/office/drawing/2014/main" id="{B1B04C68-6EBC-F241-8F2C-BB13EF761BFB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543469" y="1434260"/>
            <a:ext cx="1557867" cy="1557867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id="{03B964D6-9403-4243-8CA3-3E0141112C9E}"/>
              </a:ext>
            </a:extLst>
          </p:cNvPr>
          <p:cNvSpPr txBox="1"/>
          <p:nvPr/>
        </p:nvSpPr>
        <p:spPr>
          <a:xfrm>
            <a:off x="5153253" y="3868158"/>
            <a:ext cx="6265332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I’ve had the pleasure of working with Marcus for several months. He is an exceptional learning practitioner with sound adult learning knowledge, a true professional committed to the best outcome for all parties. His creativity and ability to take an existing eLearning module and turn it into a highly sophisticated, engaging learning experience is impressive. I would be delighted to work with Marcus again. </a:t>
            </a:r>
            <a:endParaRPr lang="en-US" i="1" dirty="0"/>
          </a:p>
        </p:txBody>
      </p:sp>
      <p:pic>
        <p:nvPicPr>
          <p:cNvPr id="30" name="Picture 29" descr="A person sitting at a table in a restaurant&#10;&#10;Description automatically generated">
            <a:extLst>
              <a:ext uri="{FF2B5EF4-FFF2-40B4-BE49-F238E27FC236}">
                <a16:creationId xmlns:a16="http://schemas.microsoft.com/office/drawing/2014/main" id="{B8D58FC0-E4B1-BC4E-ABD2-1462E10D3B1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543469" y="3868158"/>
            <a:ext cx="1557867" cy="1557867"/>
          </a:xfrm>
          <a:prstGeom prst="rect">
            <a:avLst/>
          </a:prstGeom>
        </p:spPr>
      </p:pic>
      <p:sp>
        <p:nvSpPr>
          <p:cNvPr id="31" name="TextBox 30">
            <a:extLst>
              <a:ext uri="{FF2B5EF4-FFF2-40B4-BE49-F238E27FC236}">
                <a16:creationId xmlns:a16="http://schemas.microsoft.com/office/drawing/2014/main" id="{B72C3D45-2EE8-EA4C-AEBB-36C8E860C053}"/>
              </a:ext>
            </a:extLst>
          </p:cNvPr>
          <p:cNvSpPr txBox="1"/>
          <p:nvPr/>
        </p:nvSpPr>
        <p:spPr>
          <a:xfrm>
            <a:off x="8158917" y="2805176"/>
            <a:ext cx="3259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Kevin Kayani – eHealth NSW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1B3BEE12-611D-2E47-A9A4-3C40CCCF3C29}"/>
              </a:ext>
            </a:extLst>
          </p:cNvPr>
          <p:cNvSpPr txBox="1"/>
          <p:nvPr/>
        </p:nvSpPr>
        <p:spPr>
          <a:xfrm>
            <a:off x="8158917" y="5706522"/>
            <a:ext cx="325966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Stephanie Taylor– FlexiGroup</a:t>
            </a:r>
          </a:p>
        </p:txBody>
      </p:sp>
    </p:spTree>
    <p:extLst>
      <p:ext uri="{BB962C8B-B14F-4D97-AF65-F5344CB8AC3E}">
        <p14:creationId xmlns:p14="http://schemas.microsoft.com/office/powerpoint/2010/main" val="2069603620"/>
      </p:ext>
    </p:extLst>
  </p:cSld>
  <p:clrMapOvr>
    <a:masterClrMapping/>
  </p:clrMapOvr>
</p:sld>
</file>

<file path=ppt/theme/theme1.xml><?xml version="1.0" encoding="utf-8"?>
<a:theme xmlns:a="http://schemas.openxmlformats.org/drawingml/2006/main" name="Frame">
  <a:themeElements>
    <a:clrScheme name="Custom 1">
      <a:dk1>
        <a:srgbClr val="000000"/>
      </a:dk1>
      <a:lt1>
        <a:srgbClr val="FFFFFF"/>
      </a:lt1>
      <a:dk2>
        <a:srgbClr val="373545"/>
      </a:dk2>
      <a:lt2>
        <a:srgbClr val="CEDBE6"/>
      </a:lt2>
      <a:accent1>
        <a:srgbClr val="00ADEF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rame">
      <a:maj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Frame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20000"/>
                <a:lumMod val="102000"/>
              </a:schemeClr>
            </a:gs>
            <a:gs pos="48000">
              <a:schemeClr val="phClr">
                <a:tint val="98000"/>
                <a:shade val="90000"/>
                <a:satMod val="110000"/>
                <a:lumMod val="103000"/>
              </a:schemeClr>
            </a:gs>
            <a:gs pos="100000">
              <a:schemeClr val="phClr">
                <a:tint val="98000"/>
                <a:shade val="80000"/>
                <a:satMod val="10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rame" id="{F226E7A2-7162-461C-9490-D27D9DC04E43}" vid="{629A0216-3BBD-45C0-B63F-2683BEA18F6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{59614AE5-A654-B142-8536-21BF28B03F80}tf10001124</Template>
  <TotalTime>733</TotalTime>
  <Words>1212</Words>
  <Application>Microsoft Macintosh PowerPoint</Application>
  <PresentationFormat>Widescreen</PresentationFormat>
  <Paragraphs>144</Paragraphs>
  <Slides>18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Calibri</vt:lpstr>
      <vt:lpstr>Corbel</vt:lpstr>
      <vt:lpstr>Wingdings 2</vt:lpstr>
      <vt:lpstr>Frame</vt:lpstr>
      <vt:lpstr>RETSA Group Portfolio of  Work</vt:lpstr>
      <vt:lpstr>Thanks for viewing my portfolio.</vt:lpstr>
      <vt:lpstr>High Level Development Process</vt:lpstr>
      <vt:lpstr>Veolia AU &amp; NZ</vt:lpstr>
      <vt:lpstr>Veolia AU &amp; NZ</vt:lpstr>
      <vt:lpstr>SUEZ Australia</vt:lpstr>
      <vt:lpstr>SUEZ Australia</vt:lpstr>
      <vt:lpstr>eHealth NSW</vt:lpstr>
      <vt:lpstr>eHealth NSW</vt:lpstr>
      <vt:lpstr>eHealth NSW</vt:lpstr>
      <vt:lpstr>Downer</vt:lpstr>
      <vt:lpstr>Toyota Finance </vt:lpstr>
      <vt:lpstr>Toyota Finance </vt:lpstr>
      <vt:lpstr>FlexiGroup</vt:lpstr>
      <vt:lpstr>Australian Hearing</vt:lpstr>
      <vt:lpstr>BCA National </vt:lpstr>
      <vt:lpstr>Testimonials</vt:lpstr>
      <vt:lpstr>Testimonials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RETSA Group Portfolio of  Work</dc:title>
  <dc:creator>Marcus Rummler</dc:creator>
  <cp:lastModifiedBy>Marcus Rummler</cp:lastModifiedBy>
  <cp:revision>33</cp:revision>
  <dcterms:created xsi:type="dcterms:W3CDTF">2020-11-18T03:24:15Z</dcterms:created>
  <dcterms:modified xsi:type="dcterms:W3CDTF">2022-06-23T07:20:24Z</dcterms:modified>
</cp:coreProperties>
</file>